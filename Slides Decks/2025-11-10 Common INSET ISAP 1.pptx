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000000"/>
          </p15:clr>
        </p15:guide>
        <p15:guide id="2" pos="2880">
          <p15:clr>
            <a:srgbClr val="000000"/>
          </p15:clr>
        </p15:guide>
        <p15:guide id="3" orient="horz" pos="116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1161"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6400" cy="4968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49687" y="0"/>
            <a:ext cx="2946400" cy="49688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90487" y="744537"/>
            <a:ext cx="6616700" cy="37226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79450" y="4714875"/>
            <a:ext cx="5438775" cy="4467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9428162"/>
            <a:ext cx="2946400" cy="4968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49687" y="9428162"/>
            <a:ext cx="2946400" cy="4968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lw0yUOdzSpg"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kX3xO2J4Icg"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7ffdb60366_1_0:notes"/>
          <p:cNvSpPr/>
          <p:nvPr>
            <p:ph idx="2" type="sldImg"/>
          </p:nvPr>
        </p:nvSpPr>
        <p:spPr>
          <a:xfrm>
            <a:off x="90487" y="744537"/>
            <a:ext cx="6616800" cy="37227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7ffdb60366_1_0:notes"/>
          <p:cNvSpPr txBox="1"/>
          <p:nvPr>
            <p:ph idx="1" type="body"/>
          </p:nvPr>
        </p:nvSpPr>
        <p:spPr>
          <a:xfrm>
            <a:off x="679450" y="4714875"/>
            <a:ext cx="54387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7ffdb60366_1_0:notes"/>
          <p:cNvSpPr txBox="1"/>
          <p:nvPr>
            <p:ph idx="12" type="sldNum"/>
          </p:nvPr>
        </p:nvSpPr>
        <p:spPr>
          <a:xfrm>
            <a:off x="3849687" y="9428162"/>
            <a:ext cx="29463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8113077e25_0_525:notes"/>
          <p:cNvSpPr/>
          <p:nvPr>
            <p:ph idx="2" type="sldImg"/>
          </p:nvPr>
        </p:nvSpPr>
        <p:spPr>
          <a:xfrm>
            <a:off x="90487" y="744537"/>
            <a:ext cx="6616800" cy="37227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8113077e25_0_525:notes"/>
          <p:cNvSpPr txBox="1"/>
          <p:nvPr>
            <p:ph idx="1" type="body"/>
          </p:nvPr>
        </p:nvSpPr>
        <p:spPr>
          <a:xfrm>
            <a:off x="679450" y="4714875"/>
            <a:ext cx="54387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g38113077e25_0_525:notes"/>
          <p:cNvSpPr txBox="1"/>
          <p:nvPr>
            <p:ph idx="12" type="sldNum"/>
          </p:nvPr>
        </p:nvSpPr>
        <p:spPr>
          <a:xfrm>
            <a:off x="3849687" y="9428162"/>
            <a:ext cx="29463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e8cc0a47a301ec6_11: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e8cc0a47a301ec6_11: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0763b6c81_0_28: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a0763b6c81_0_28: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e8cc0a47a301ec6_21: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e8cc0a47a301ec6_21: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0763b6c81_0_36: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0763b6c81_0_36: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0763b6c81_0_44: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a0763b6c81_0_44: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0763b6c81_0_52: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0763b6c81_0_52: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e8cc0a47a301ec6_43: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e8cc0a47a301ec6_43: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e8cc0a47a301ec6_47: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e8cc0a47a301ec6_47: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e8cc0a47a301ec6_51: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e8cc0a47a301ec6_51: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0763b6c81_1_1: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a0763b6c81_1_1: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e8cc0a47a301ec6_59: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e8cc0a47a301ec6_59: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e8cc0a47a301ec6_69: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e8cc0a47a301ec6_69: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e8cc0a47a301ec6_81: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e8cc0a47a301ec6_81: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e8cc0a47a301ec6_93: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e8cc0a47a301ec6_93: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e8cc0a47a301ec6_105: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e8cc0a47a301ec6_105: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e8cc0a47a301ec6_117: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1e8cc0a47a301ec6_117: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u="sng">
                <a:solidFill>
                  <a:srgbClr val="0000FF"/>
                </a:solidFill>
                <a:hlinkClick r:id="rId2">
                  <a:extLst>
                    <a:ext uri="{A12FA001-AC4F-418D-AE19-62706E023703}">
                      <ahyp:hlinkClr val="tx"/>
                    </a:ext>
                  </a:extLst>
                </a:hlinkClick>
              </a:rPr>
              <a:t>The Neurosequential Model</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e8cc0a47a301ec6_122: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1e8cc0a47a301ec6_122: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400" u="sng">
                <a:solidFill>
                  <a:srgbClr val="0000FF"/>
                </a:solidFill>
                <a:hlinkClick r:id="rId2">
                  <a:extLst>
                    <a:ext uri="{A12FA001-AC4F-418D-AE19-62706E023703}">
                      <ahyp:hlinkClr val="tx"/>
                    </a:ext>
                  </a:extLst>
                </a:hlinkClick>
              </a:rPr>
              <a:t>An Incident in School: BBC3</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e8cc0a47a301ec6_134: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e8cc0a47a301ec6_134: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e8cc0a47a301ec6_146: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e8cc0a47a301ec6_146: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a14937dc32_0_33: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a14937dc32_0_33: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a0763b6c81_1_77: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a0763b6c81_1_77: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a14937dc32_0_23: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a14937dc32_0_23: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a14937dc32_0_28: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a14937dc32_0_28: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a14937dc32_0_51: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a14937dc32_0_51: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e8cc0a47a301ec6_158: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e8cc0a47a301ec6_158: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a14937dc32_0_14: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a14937dc32_0_14: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0763b6c81_1_90: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a0763b6c81_1_90: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a0763b6c81_1_104: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a0763b6c81_1_104: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a0763b6c81_1_95:notes"/>
          <p:cNvSpPr/>
          <p:nvPr>
            <p:ph idx="2" type="sldImg"/>
          </p:nvPr>
        </p:nvSpPr>
        <p:spPr>
          <a:xfrm>
            <a:off x="377946" y="744497"/>
            <a:ext cx="6042300" cy="37224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a0763b6c81_1_95:notes"/>
          <p:cNvSpPr txBox="1"/>
          <p:nvPr>
            <p:ph idx="1" type="body"/>
          </p:nvPr>
        </p:nvSpPr>
        <p:spPr>
          <a:xfrm>
            <a:off x="679768" y="4715147"/>
            <a:ext cx="5438100" cy="4467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8113077e25_0_543:notes"/>
          <p:cNvSpPr/>
          <p:nvPr>
            <p:ph idx="2" type="sldImg"/>
          </p:nvPr>
        </p:nvSpPr>
        <p:spPr>
          <a:xfrm>
            <a:off x="90487" y="744537"/>
            <a:ext cx="6616800" cy="37227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8113077e25_0_543:notes"/>
          <p:cNvSpPr txBox="1"/>
          <p:nvPr>
            <p:ph idx="1" type="body"/>
          </p:nvPr>
        </p:nvSpPr>
        <p:spPr>
          <a:xfrm>
            <a:off x="679450" y="4714875"/>
            <a:ext cx="54387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g38113077e25_0_543:notes"/>
          <p:cNvSpPr txBox="1"/>
          <p:nvPr>
            <p:ph idx="12" type="sldNum"/>
          </p:nvPr>
        </p:nvSpPr>
        <p:spPr>
          <a:xfrm>
            <a:off x="3849687" y="9428162"/>
            <a:ext cx="29463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a0763b6c81_1_110:notes"/>
          <p:cNvSpPr/>
          <p:nvPr>
            <p:ph idx="2" type="sldImg"/>
          </p:nvPr>
        </p:nvSpPr>
        <p:spPr>
          <a:xfrm>
            <a:off x="90487" y="744537"/>
            <a:ext cx="6616800" cy="37227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a0763b6c81_1_110:notes"/>
          <p:cNvSpPr txBox="1"/>
          <p:nvPr>
            <p:ph idx="1" type="body"/>
          </p:nvPr>
        </p:nvSpPr>
        <p:spPr>
          <a:xfrm>
            <a:off x="679450" y="4714875"/>
            <a:ext cx="54387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g3a0763b6c81_1_110:notes"/>
          <p:cNvSpPr txBox="1"/>
          <p:nvPr>
            <p:ph idx="12" type="sldNum"/>
          </p:nvPr>
        </p:nvSpPr>
        <p:spPr>
          <a:xfrm>
            <a:off x="3849687" y="9428162"/>
            <a:ext cx="29463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a0763b6c81_1_121:notes"/>
          <p:cNvSpPr/>
          <p:nvPr>
            <p:ph idx="2" type="sldImg"/>
          </p:nvPr>
        </p:nvSpPr>
        <p:spPr>
          <a:xfrm>
            <a:off x="90487" y="744537"/>
            <a:ext cx="6616800" cy="37227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a0763b6c81_1_121:notes"/>
          <p:cNvSpPr txBox="1"/>
          <p:nvPr>
            <p:ph idx="1" type="body"/>
          </p:nvPr>
        </p:nvSpPr>
        <p:spPr>
          <a:xfrm>
            <a:off x="679450" y="4714875"/>
            <a:ext cx="54387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g3a0763b6c81_1_121:notes"/>
          <p:cNvSpPr txBox="1"/>
          <p:nvPr>
            <p:ph idx="12" type="sldNum"/>
          </p:nvPr>
        </p:nvSpPr>
        <p:spPr>
          <a:xfrm>
            <a:off x="3849687" y="9428162"/>
            <a:ext cx="29463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a0763b6c81_1_128:notes"/>
          <p:cNvSpPr/>
          <p:nvPr>
            <p:ph idx="2" type="sldImg"/>
          </p:nvPr>
        </p:nvSpPr>
        <p:spPr>
          <a:xfrm>
            <a:off x="90487" y="744537"/>
            <a:ext cx="6616800" cy="37227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a0763b6c81_1_128:notes"/>
          <p:cNvSpPr txBox="1"/>
          <p:nvPr>
            <p:ph idx="1" type="body"/>
          </p:nvPr>
        </p:nvSpPr>
        <p:spPr>
          <a:xfrm>
            <a:off x="679450" y="4714875"/>
            <a:ext cx="54387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g3a0763b6c81_1_128:notes"/>
          <p:cNvSpPr txBox="1"/>
          <p:nvPr>
            <p:ph idx="12" type="sldNum"/>
          </p:nvPr>
        </p:nvSpPr>
        <p:spPr>
          <a:xfrm>
            <a:off x="3849687" y="9428162"/>
            <a:ext cx="29463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e8cc0a47a301ec6_344:notes"/>
          <p:cNvSpPr/>
          <p:nvPr>
            <p:ph idx="2" type="sldImg"/>
          </p:nvPr>
        </p:nvSpPr>
        <p:spPr>
          <a:xfrm>
            <a:off x="90487" y="744537"/>
            <a:ext cx="6616800" cy="37227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1e8cc0a47a301ec6_344:notes"/>
          <p:cNvSpPr txBox="1"/>
          <p:nvPr>
            <p:ph idx="1" type="body"/>
          </p:nvPr>
        </p:nvSpPr>
        <p:spPr>
          <a:xfrm>
            <a:off x="679450" y="4714875"/>
            <a:ext cx="5438700" cy="4467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g1e8cc0a47a301ec6_344:notes"/>
          <p:cNvSpPr txBox="1"/>
          <p:nvPr>
            <p:ph idx="12" type="sldNum"/>
          </p:nvPr>
        </p:nvSpPr>
        <p:spPr>
          <a:xfrm>
            <a:off x="3849687" y="9428162"/>
            <a:ext cx="2946300" cy="496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lding Slide 1">
  <p:cSld name="CUSTOM_3_4_1">
    <p:bg>
      <p:bgPr>
        <a:solidFill>
          <a:srgbClr val="40B9D9"/>
        </a:solidFill>
      </p:bgPr>
    </p:bg>
    <p:spTree>
      <p:nvGrpSpPr>
        <p:cNvPr id="10" name="Shape 10"/>
        <p:cNvGrpSpPr/>
        <p:nvPr/>
      </p:nvGrpSpPr>
      <p:grpSpPr>
        <a:xfrm>
          <a:off x="0" y="0"/>
          <a:ext cx="0" cy="0"/>
          <a:chOff x="0" y="0"/>
          <a:chExt cx="0" cy="0"/>
        </a:xfrm>
      </p:grpSpPr>
      <p:pic>
        <p:nvPicPr>
          <p:cNvPr id="11" name="Google Shape;11;p2" title="CID Header (PDI).png"/>
          <p:cNvPicPr preferRelativeResize="0"/>
          <p:nvPr/>
        </p:nvPicPr>
        <p:blipFill>
          <a:blip r:embed="rId2">
            <a:alphaModFix/>
          </a:blip>
          <a:stretch>
            <a:fillRect/>
          </a:stretch>
        </p:blipFill>
        <p:spPr>
          <a:xfrm>
            <a:off x="0" y="0"/>
            <a:ext cx="9144000" cy="3333750"/>
          </a:xfrm>
          <a:prstGeom prst="rect">
            <a:avLst/>
          </a:prstGeom>
          <a:noFill/>
          <a:ln>
            <a:noFill/>
          </a:ln>
        </p:spPr>
      </p:pic>
      <p:sp>
        <p:nvSpPr>
          <p:cNvPr id="12" name="Google Shape;12;p2"/>
          <p:cNvSpPr txBox="1"/>
          <p:nvPr>
            <p:ph type="title"/>
          </p:nvPr>
        </p:nvSpPr>
        <p:spPr>
          <a:xfrm>
            <a:off x="0" y="2991300"/>
            <a:ext cx="9144000" cy="2152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Clr>
                <a:schemeClr val="lt1"/>
              </a:buClr>
              <a:buSzPts val="6500"/>
              <a:buFont typeface="Avenir"/>
              <a:buNone/>
              <a:defRPr b="1" sz="6500">
                <a:solidFill>
                  <a:schemeClr val="lt1"/>
                </a:solidFill>
                <a:latin typeface="Avenir"/>
                <a:ea typeface="Avenir"/>
                <a:cs typeface="Avenir"/>
                <a:sym typeface="Avenir"/>
              </a:defRPr>
            </a:lvl1pPr>
            <a:lvl2pPr lvl="1" algn="ctr">
              <a:spcBef>
                <a:spcPts val="0"/>
              </a:spcBef>
              <a:spcAft>
                <a:spcPts val="0"/>
              </a:spcAft>
              <a:buSzPts val="1400"/>
              <a:buFont typeface="Avenir"/>
              <a:buNone/>
              <a:defRPr>
                <a:latin typeface="Avenir"/>
                <a:ea typeface="Avenir"/>
                <a:cs typeface="Avenir"/>
                <a:sym typeface="Avenir"/>
              </a:defRPr>
            </a:lvl2pPr>
            <a:lvl3pPr lvl="2" algn="ctr">
              <a:spcBef>
                <a:spcPts val="0"/>
              </a:spcBef>
              <a:spcAft>
                <a:spcPts val="0"/>
              </a:spcAft>
              <a:buSzPts val="1400"/>
              <a:buFont typeface="Avenir"/>
              <a:buNone/>
              <a:defRPr>
                <a:latin typeface="Avenir"/>
                <a:ea typeface="Avenir"/>
                <a:cs typeface="Avenir"/>
                <a:sym typeface="Avenir"/>
              </a:defRPr>
            </a:lvl3pPr>
            <a:lvl4pPr lvl="3" algn="ctr">
              <a:spcBef>
                <a:spcPts val="0"/>
              </a:spcBef>
              <a:spcAft>
                <a:spcPts val="0"/>
              </a:spcAft>
              <a:buSzPts val="1400"/>
              <a:buFont typeface="Avenir"/>
              <a:buNone/>
              <a:defRPr>
                <a:latin typeface="Avenir"/>
                <a:ea typeface="Avenir"/>
                <a:cs typeface="Avenir"/>
                <a:sym typeface="Avenir"/>
              </a:defRPr>
            </a:lvl4pPr>
            <a:lvl5pPr lvl="4" algn="ctr">
              <a:spcBef>
                <a:spcPts val="0"/>
              </a:spcBef>
              <a:spcAft>
                <a:spcPts val="0"/>
              </a:spcAft>
              <a:buSzPts val="1400"/>
              <a:buFont typeface="Avenir"/>
              <a:buNone/>
              <a:defRPr>
                <a:latin typeface="Avenir"/>
                <a:ea typeface="Avenir"/>
                <a:cs typeface="Avenir"/>
                <a:sym typeface="Avenir"/>
              </a:defRPr>
            </a:lvl5pPr>
            <a:lvl6pPr lvl="5" algn="ctr">
              <a:spcBef>
                <a:spcPts val="0"/>
              </a:spcBef>
              <a:spcAft>
                <a:spcPts val="0"/>
              </a:spcAft>
              <a:buSzPts val="1400"/>
              <a:buFont typeface="Avenir"/>
              <a:buNone/>
              <a:defRPr>
                <a:latin typeface="Avenir"/>
                <a:ea typeface="Avenir"/>
                <a:cs typeface="Avenir"/>
                <a:sym typeface="Avenir"/>
              </a:defRPr>
            </a:lvl6pPr>
            <a:lvl7pPr lvl="6" algn="ctr">
              <a:spcBef>
                <a:spcPts val="0"/>
              </a:spcBef>
              <a:spcAft>
                <a:spcPts val="0"/>
              </a:spcAft>
              <a:buSzPts val="1400"/>
              <a:buFont typeface="Avenir"/>
              <a:buNone/>
              <a:defRPr>
                <a:latin typeface="Avenir"/>
                <a:ea typeface="Avenir"/>
                <a:cs typeface="Avenir"/>
                <a:sym typeface="Avenir"/>
              </a:defRPr>
            </a:lvl7pPr>
            <a:lvl8pPr lvl="7" algn="ctr">
              <a:spcBef>
                <a:spcPts val="0"/>
              </a:spcBef>
              <a:spcAft>
                <a:spcPts val="0"/>
              </a:spcAft>
              <a:buSzPts val="1400"/>
              <a:buFont typeface="Avenir"/>
              <a:buNone/>
              <a:defRPr>
                <a:latin typeface="Avenir"/>
                <a:ea typeface="Avenir"/>
                <a:cs typeface="Avenir"/>
                <a:sym typeface="Avenir"/>
              </a:defRPr>
            </a:lvl8pPr>
            <a:lvl9pPr lvl="8" algn="ctr">
              <a:spcBef>
                <a:spcPts val="0"/>
              </a:spcBef>
              <a:spcAft>
                <a:spcPts val="0"/>
              </a:spcAft>
              <a:buSzPts val="1400"/>
              <a:buFont typeface="Avenir"/>
              <a:buNone/>
              <a:defRPr>
                <a:latin typeface="Avenir"/>
                <a:ea typeface="Avenir"/>
                <a:cs typeface="Avenir"/>
                <a:sym typeface="Aveni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TEXT_AND_OBJECT_1">
    <p:spTree>
      <p:nvGrpSpPr>
        <p:cNvPr id="13" name="Shape 13"/>
        <p:cNvGrpSpPr/>
        <p:nvPr/>
      </p:nvGrpSpPr>
      <p:grpSpPr>
        <a:xfrm>
          <a:off x="0" y="0"/>
          <a:ext cx="0" cy="0"/>
          <a:chOff x="0" y="0"/>
          <a:chExt cx="0" cy="0"/>
        </a:xfrm>
      </p:grpSpPr>
      <p:sp>
        <p:nvSpPr>
          <p:cNvPr id="14" name="Google Shape;14;p3"/>
          <p:cNvSpPr txBox="1"/>
          <p:nvPr>
            <p:ph type="title"/>
          </p:nvPr>
        </p:nvSpPr>
        <p:spPr>
          <a:xfrm>
            <a:off x="0" y="1508125"/>
            <a:ext cx="9144000" cy="2152200"/>
          </a:xfrm>
          <a:prstGeom prst="rect">
            <a:avLst/>
          </a:prstGeom>
          <a:solidFill>
            <a:schemeClr val="lt1"/>
          </a:solidFill>
          <a:ln>
            <a:noFill/>
          </a:ln>
        </p:spPr>
        <p:txBody>
          <a:bodyPr anchorCtr="0" anchor="ctr" bIns="91425" lIns="91425" spcFirstLastPara="1" rIns="91425" wrap="square" tIns="91425">
            <a:noAutofit/>
          </a:bodyPr>
          <a:lstStyle>
            <a:lvl1pPr lvl="0" algn="ctr">
              <a:spcBef>
                <a:spcPts val="0"/>
              </a:spcBef>
              <a:spcAft>
                <a:spcPts val="0"/>
              </a:spcAft>
              <a:buClr>
                <a:srgbClr val="00A1CC"/>
              </a:buClr>
              <a:buSzPts val="6500"/>
              <a:buFont typeface="Avenir"/>
              <a:buNone/>
              <a:defRPr b="1" sz="6500">
                <a:solidFill>
                  <a:srgbClr val="00A1CC"/>
                </a:solidFill>
                <a:latin typeface="Avenir"/>
                <a:ea typeface="Avenir"/>
                <a:cs typeface="Avenir"/>
                <a:sym typeface="Avenir"/>
              </a:defRPr>
            </a:lvl1pPr>
            <a:lvl2pPr lvl="1" algn="ctr">
              <a:spcBef>
                <a:spcPts val="0"/>
              </a:spcBef>
              <a:spcAft>
                <a:spcPts val="0"/>
              </a:spcAft>
              <a:buSzPts val="1400"/>
              <a:buFont typeface="Avenir"/>
              <a:buNone/>
              <a:defRPr>
                <a:latin typeface="Avenir"/>
                <a:ea typeface="Avenir"/>
                <a:cs typeface="Avenir"/>
                <a:sym typeface="Avenir"/>
              </a:defRPr>
            </a:lvl2pPr>
            <a:lvl3pPr lvl="2" algn="ctr">
              <a:spcBef>
                <a:spcPts val="0"/>
              </a:spcBef>
              <a:spcAft>
                <a:spcPts val="0"/>
              </a:spcAft>
              <a:buSzPts val="1400"/>
              <a:buFont typeface="Avenir"/>
              <a:buNone/>
              <a:defRPr>
                <a:latin typeface="Avenir"/>
                <a:ea typeface="Avenir"/>
                <a:cs typeface="Avenir"/>
                <a:sym typeface="Avenir"/>
              </a:defRPr>
            </a:lvl3pPr>
            <a:lvl4pPr lvl="3" algn="ctr">
              <a:spcBef>
                <a:spcPts val="0"/>
              </a:spcBef>
              <a:spcAft>
                <a:spcPts val="0"/>
              </a:spcAft>
              <a:buSzPts val="1400"/>
              <a:buFont typeface="Avenir"/>
              <a:buNone/>
              <a:defRPr>
                <a:latin typeface="Avenir"/>
                <a:ea typeface="Avenir"/>
                <a:cs typeface="Avenir"/>
                <a:sym typeface="Avenir"/>
              </a:defRPr>
            </a:lvl4pPr>
            <a:lvl5pPr lvl="4" algn="ctr">
              <a:spcBef>
                <a:spcPts val="0"/>
              </a:spcBef>
              <a:spcAft>
                <a:spcPts val="0"/>
              </a:spcAft>
              <a:buSzPts val="1400"/>
              <a:buFont typeface="Avenir"/>
              <a:buNone/>
              <a:defRPr>
                <a:latin typeface="Avenir"/>
                <a:ea typeface="Avenir"/>
                <a:cs typeface="Avenir"/>
                <a:sym typeface="Avenir"/>
              </a:defRPr>
            </a:lvl5pPr>
            <a:lvl6pPr lvl="5" algn="ctr">
              <a:spcBef>
                <a:spcPts val="0"/>
              </a:spcBef>
              <a:spcAft>
                <a:spcPts val="0"/>
              </a:spcAft>
              <a:buSzPts val="1400"/>
              <a:buFont typeface="Avenir"/>
              <a:buNone/>
              <a:defRPr>
                <a:latin typeface="Avenir"/>
                <a:ea typeface="Avenir"/>
                <a:cs typeface="Avenir"/>
                <a:sym typeface="Avenir"/>
              </a:defRPr>
            </a:lvl6pPr>
            <a:lvl7pPr lvl="6" algn="ctr">
              <a:spcBef>
                <a:spcPts val="0"/>
              </a:spcBef>
              <a:spcAft>
                <a:spcPts val="0"/>
              </a:spcAft>
              <a:buSzPts val="1400"/>
              <a:buFont typeface="Avenir"/>
              <a:buNone/>
              <a:defRPr>
                <a:latin typeface="Avenir"/>
                <a:ea typeface="Avenir"/>
                <a:cs typeface="Avenir"/>
                <a:sym typeface="Avenir"/>
              </a:defRPr>
            </a:lvl7pPr>
            <a:lvl8pPr lvl="7" algn="ctr">
              <a:spcBef>
                <a:spcPts val="0"/>
              </a:spcBef>
              <a:spcAft>
                <a:spcPts val="0"/>
              </a:spcAft>
              <a:buSzPts val="1400"/>
              <a:buFont typeface="Avenir"/>
              <a:buNone/>
              <a:defRPr>
                <a:latin typeface="Avenir"/>
                <a:ea typeface="Avenir"/>
                <a:cs typeface="Avenir"/>
                <a:sym typeface="Avenir"/>
              </a:defRPr>
            </a:lvl8pPr>
            <a:lvl9pPr lvl="8" algn="ctr">
              <a:spcBef>
                <a:spcPts val="0"/>
              </a:spcBef>
              <a:spcAft>
                <a:spcPts val="0"/>
              </a:spcAft>
              <a:buSzPts val="1400"/>
              <a:buFont typeface="Avenir"/>
              <a:buNone/>
              <a:defRPr>
                <a:latin typeface="Avenir"/>
                <a:ea typeface="Avenir"/>
                <a:cs typeface="Avenir"/>
                <a:sym typeface="Avenir"/>
              </a:defRPr>
            </a:lvl9pPr>
          </a:lstStyle>
          <a:p/>
        </p:txBody>
      </p:sp>
      <p:sp>
        <p:nvSpPr>
          <p:cNvPr id="15" name="Google Shape;15;p3"/>
          <p:cNvSpPr/>
          <p:nvPr/>
        </p:nvSpPr>
        <p:spPr>
          <a:xfrm>
            <a:off x="0" y="0"/>
            <a:ext cx="9144000" cy="1020000"/>
          </a:xfrm>
          <a:prstGeom prst="rect">
            <a:avLst/>
          </a:prstGeom>
          <a:solidFill>
            <a:srgbClr val="00A1CC"/>
          </a:solidFill>
          <a:ln cap="flat" cmpd="sng" w="9525">
            <a:solidFill>
              <a:srgbClr val="00A1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 name="Google Shape;16;p3" title="07-25 PDI Assets (Screen)9.png"/>
          <p:cNvPicPr preferRelativeResize="0"/>
          <p:nvPr/>
        </p:nvPicPr>
        <p:blipFill rotWithShape="1">
          <a:blip r:embed="rId2">
            <a:alphaModFix/>
          </a:blip>
          <a:srcRect b="6760" l="0" r="0" t="0"/>
          <a:stretch/>
        </p:blipFill>
        <p:spPr>
          <a:xfrm>
            <a:off x="17661" y="70599"/>
            <a:ext cx="1815672" cy="952236"/>
          </a:xfrm>
          <a:prstGeom prst="rect">
            <a:avLst/>
          </a:prstGeom>
          <a:noFill/>
          <a:ln>
            <a:noFill/>
          </a:ln>
        </p:spPr>
      </p:pic>
      <p:pic>
        <p:nvPicPr>
          <p:cNvPr id="17" name="Google Shape;17;p3"/>
          <p:cNvPicPr preferRelativeResize="0"/>
          <p:nvPr/>
        </p:nvPicPr>
        <p:blipFill>
          <a:blip r:embed="rId3">
            <a:alphaModFix/>
          </a:blip>
          <a:stretch>
            <a:fillRect/>
          </a:stretch>
        </p:blipFill>
        <p:spPr>
          <a:xfrm>
            <a:off x="1240691" y="140497"/>
            <a:ext cx="2424160" cy="883229"/>
          </a:xfrm>
          <a:prstGeom prst="rect">
            <a:avLst/>
          </a:prstGeom>
          <a:noFill/>
          <a:ln>
            <a:noFill/>
          </a:ln>
        </p:spPr>
      </p:pic>
      <p:sp>
        <p:nvSpPr>
          <p:cNvPr id="18" name="Google Shape;18;p3"/>
          <p:cNvSpPr/>
          <p:nvPr/>
        </p:nvSpPr>
        <p:spPr>
          <a:xfrm>
            <a:off x="2724178" y="70595"/>
            <a:ext cx="927000" cy="387000"/>
          </a:xfrm>
          <a:prstGeom prst="rect">
            <a:avLst/>
          </a:prstGeom>
          <a:solidFill>
            <a:srgbClr val="00A1CC"/>
          </a:solidFill>
          <a:ln cap="flat" cmpd="sng" w="9525">
            <a:solidFill>
              <a:srgbClr val="00A1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9" name="Google Shape;19;p3"/>
          <p:cNvGrpSpPr/>
          <p:nvPr/>
        </p:nvGrpSpPr>
        <p:grpSpPr>
          <a:xfrm>
            <a:off x="725" y="4857450"/>
            <a:ext cx="9144000" cy="305100"/>
            <a:chOff x="0" y="6451200"/>
            <a:chExt cx="12192000" cy="406800"/>
          </a:xfrm>
        </p:grpSpPr>
        <p:sp>
          <p:nvSpPr>
            <p:cNvPr id="20" name="Google Shape;20;p3"/>
            <p:cNvSpPr/>
            <p:nvPr/>
          </p:nvSpPr>
          <p:spPr>
            <a:xfrm>
              <a:off x="0" y="6451200"/>
              <a:ext cx="12192000" cy="406800"/>
            </a:xfrm>
            <a:prstGeom prst="rtTriangle">
              <a:avLst/>
            </a:prstGeom>
            <a:solidFill>
              <a:srgbClr val="00A1CC"/>
            </a:solidFill>
            <a:ln cap="flat" cmpd="sng" w="7150">
              <a:solidFill>
                <a:srgbClr val="00A1C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21" name="Google Shape;21;p3"/>
            <p:cNvSpPr/>
            <p:nvPr/>
          </p:nvSpPr>
          <p:spPr>
            <a:xfrm flipH="1">
              <a:off x="6096000" y="6451200"/>
              <a:ext cx="6096000" cy="406800"/>
            </a:xfrm>
            <a:prstGeom prst="rtTriangle">
              <a:avLst/>
            </a:prstGeom>
            <a:solidFill>
              <a:srgbClr val="193C64"/>
            </a:solidFill>
            <a:ln cap="flat" cmpd="sng" w="7150">
              <a:solidFill>
                <a:srgbClr val="193C64"/>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
  <p:cSld name="CUSTOM">
    <p:spTree>
      <p:nvGrpSpPr>
        <p:cNvPr id="22" name="Shape 22"/>
        <p:cNvGrpSpPr/>
        <p:nvPr/>
      </p:nvGrpSpPr>
      <p:grpSpPr>
        <a:xfrm>
          <a:off x="0" y="0"/>
          <a:ext cx="0" cy="0"/>
          <a:chOff x="0" y="0"/>
          <a:chExt cx="0" cy="0"/>
        </a:xfrm>
      </p:grpSpPr>
      <p:sp>
        <p:nvSpPr>
          <p:cNvPr id="23" name="Google Shape;23;p4"/>
          <p:cNvSpPr txBox="1"/>
          <p:nvPr>
            <p:ph idx="1" type="body"/>
          </p:nvPr>
        </p:nvSpPr>
        <p:spPr>
          <a:xfrm>
            <a:off x="175800" y="2147600"/>
            <a:ext cx="8792400" cy="2527500"/>
          </a:xfrm>
          <a:prstGeom prst="rect">
            <a:avLst/>
          </a:prstGeom>
          <a:noFill/>
          <a:ln>
            <a:noFill/>
          </a:ln>
        </p:spPr>
        <p:txBody>
          <a:bodyPr anchorCtr="0" anchor="t" bIns="91425" lIns="91425" spcFirstLastPara="1" rIns="91425" wrap="square" tIns="91425">
            <a:noAutofit/>
          </a:bodyPr>
          <a:lstStyle>
            <a:lvl1pPr indent="-361950" lvl="0" marL="457200">
              <a:spcBef>
                <a:spcPts val="0"/>
              </a:spcBef>
              <a:spcAft>
                <a:spcPts val="0"/>
              </a:spcAft>
              <a:buSzPts val="2100"/>
              <a:buFont typeface="Avenir"/>
              <a:buChar char="●"/>
              <a:defRPr sz="2100">
                <a:latin typeface="Avenir"/>
                <a:ea typeface="Avenir"/>
                <a:cs typeface="Avenir"/>
                <a:sym typeface="Avenir"/>
              </a:defRPr>
            </a:lvl1pPr>
            <a:lvl2pPr indent="-349250" lvl="1" marL="914400">
              <a:spcBef>
                <a:spcPts val="0"/>
              </a:spcBef>
              <a:spcAft>
                <a:spcPts val="0"/>
              </a:spcAft>
              <a:buSzPts val="1900"/>
              <a:buFont typeface="Avenir"/>
              <a:buChar char="○"/>
              <a:defRPr sz="1900">
                <a:latin typeface="Avenir"/>
                <a:ea typeface="Avenir"/>
                <a:cs typeface="Avenir"/>
                <a:sym typeface="Avenir"/>
              </a:defRPr>
            </a:lvl2pPr>
            <a:lvl3pPr indent="-317500" lvl="2" marL="1371600">
              <a:spcBef>
                <a:spcPts val="0"/>
              </a:spcBef>
              <a:spcAft>
                <a:spcPts val="0"/>
              </a:spcAft>
              <a:buSzPts val="1400"/>
              <a:buFont typeface="Avenir"/>
              <a:buChar char="■"/>
              <a:defRPr>
                <a:latin typeface="Avenir"/>
                <a:ea typeface="Avenir"/>
                <a:cs typeface="Avenir"/>
                <a:sym typeface="Avenir"/>
              </a:defRPr>
            </a:lvl3pPr>
            <a:lvl4pPr indent="-317500" lvl="3" marL="1828800">
              <a:spcBef>
                <a:spcPts val="0"/>
              </a:spcBef>
              <a:spcAft>
                <a:spcPts val="0"/>
              </a:spcAft>
              <a:buSzPts val="1400"/>
              <a:buFont typeface="Avenir"/>
              <a:buChar char="●"/>
              <a:defRPr>
                <a:latin typeface="Avenir"/>
                <a:ea typeface="Avenir"/>
                <a:cs typeface="Avenir"/>
                <a:sym typeface="Avenir"/>
              </a:defRPr>
            </a:lvl4pPr>
            <a:lvl5pPr indent="-317500" lvl="4" marL="2286000">
              <a:spcBef>
                <a:spcPts val="0"/>
              </a:spcBef>
              <a:spcAft>
                <a:spcPts val="0"/>
              </a:spcAft>
              <a:buSzPts val="1400"/>
              <a:buFont typeface="Avenir"/>
              <a:buChar char="○"/>
              <a:defRPr>
                <a:latin typeface="Avenir"/>
                <a:ea typeface="Avenir"/>
                <a:cs typeface="Avenir"/>
                <a:sym typeface="Avenir"/>
              </a:defRPr>
            </a:lvl5pPr>
            <a:lvl6pPr indent="-317500" lvl="5" marL="2743200">
              <a:spcBef>
                <a:spcPts val="0"/>
              </a:spcBef>
              <a:spcAft>
                <a:spcPts val="0"/>
              </a:spcAft>
              <a:buSzPts val="1400"/>
              <a:buFont typeface="Avenir"/>
              <a:buChar char="■"/>
              <a:defRPr>
                <a:latin typeface="Avenir"/>
                <a:ea typeface="Avenir"/>
                <a:cs typeface="Avenir"/>
                <a:sym typeface="Avenir"/>
              </a:defRPr>
            </a:lvl6pPr>
            <a:lvl7pPr indent="-317500" lvl="6" marL="3200400">
              <a:spcBef>
                <a:spcPts val="0"/>
              </a:spcBef>
              <a:spcAft>
                <a:spcPts val="0"/>
              </a:spcAft>
              <a:buSzPts val="1400"/>
              <a:buFont typeface="Avenir"/>
              <a:buChar char="●"/>
              <a:defRPr>
                <a:latin typeface="Avenir"/>
                <a:ea typeface="Avenir"/>
                <a:cs typeface="Avenir"/>
                <a:sym typeface="Avenir"/>
              </a:defRPr>
            </a:lvl7pPr>
            <a:lvl8pPr indent="-317500" lvl="7" marL="3657600">
              <a:spcBef>
                <a:spcPts val="0"/>
              </a:spcBef>
              <a:spcAft>
                <a:spcPts val="0"/>
              </a:spcAft>
              <a:buSzPts val="1400"/>
              <a:buFont typeface="Avenir"/>
              <a:buChar char="○"/>
              <a:defRPr>
                <a:latin typeface="Avenir"/>
                <a:ea typeface="Avenir"/>
                <a:cs typeface="Avenir"/>
                <a:sym typeface="Avenir"/>
              </a:defRPr>
            </a:lvl8pPr>
            <a:lvl9pPr indent="-317500" lvl="8" marL="4114800">
              <a:spcBef>
                <a:spcPts val="0"/>
              </a:spcBef>
              <a:spcAft>
                <a:spcPts val="0"/>
              </a:spcAft>
              <a:buSzPts val="1400"/>
              <a:buFont typeface="Avenir"/>
              <a:buChar char="■"/>
              <a:defRPr>
                <a:latin typeface="Avenir"/>
                <a:ea typeface="Avenir"/>
                <a:cs typeface="Avenir"/>
                <a:sym typeface="Avenir"/>
              </a:defRPr>
            </a:lvl9pPr>
          </a:lstStyle>
          <a:p/>
        </p:txBody>
      </p:sp>
      <p:sp>
        <p:nvSpPr>
          <p:cNvPr id="24" name="Google Shape;24;p4"/>
          <p:cNvSpPr txBox="1"/>
          <p:nvPr/>
        </p:nvSpPr>
        <p:spPr>
          <a:xfrm>
            <a:off x="75" y="1044079"/>
            <a:ext cx="9144000" cy="957000"/>
          </a:xfrm>
          <a:prstGeom prst="rect">
            <a:avLst/>
          </a:prstGeom>
          <a:noFill/>
          <a:ln>
            <a:noFill/>
          </a:ln>
        </p:spPr>
        <p:txBody>
          <a:bodyPr anchorCtr="0" anchor="ctr" bIns="34275" lIns="68575" spcFirstLastPara="1" rIns="68575" wrap="square" tIns="34275">
            <a:normAutofit/>
          </a:bodyPr>
          <a:lstStyle/>
          <a:p>
            <a:pPr indent="0" lvl="0" marL="0" rtl="0" algn="ctr">
              <a:lnSpc>
                <a:spcPct val="115000"/>
              </a:lnSpc>
              <a:spcBef>
                <a:spcPts val="0"/>
              </a:spcBef>
              <a:spcAft>
                <a:spcPts val="0"/>
              </a:spcAft>
              <a:buClr>
                <a:srgbClr val="000000"/>
              </a:buClr>
              <a:buSzPts val="800"/>
              <a:buFont typeface="Arial"/>
              <a:buNone/>
            </a:pPr>
            <a:r>
              <a:rPr b="1" lang="en-US" sz="4500">
                <a:solidFill>
                  <a:srgbClr val="00A1CC"/>
                </a:solidFill>
                <a:latin typeface="Avenir"/>
                <a:ea typeface="Avenir"/>
                <a:cs typeface="Avenir"/>
                <a:sym typeface="Avenir"/>
              </a:rPr>
              <a:t>Learn</a:t>
            </a:r>
            <a:endParaRPr b="1" sz="4500">
              <a:solidFill>
                <a:srgbClr val="00A1CC"/>
              </a:solidFill>
              <a:latin typeface="Avenir"/>
              <a:ea typeface="Avenir"/>
              <a:cs typeface="Avenir"/>
              <a:sym typeface="Avenir"/>
            </a:endParaRPr>
          </a:p>
        </p:txBody>
      </p:sp>
      <p:grpSp>
        <p:nvGrpSpPr>
          <p:cNvPr id="25" name="Google Shape;25;p4"/>
          <p:cNvGrpSpPr/>
          <p:nvPr/>
        </p:nvGrpSpPr>
        <p:grpSpPr>
          <a:xfrm>
            <a:off x="725" y="4857450"/>
            <a:ext cx="9144000" cy="305100"/>
            <a:chOff x="0" y="6451200"/>
            <a:chExt cx="12192000" cy="406800"/>
          </a:xfrm>
        </p:grpSpPr>
        <p:sp>
          <p:nvSpPr>
            <p:cNvPr id="26" name="Google Shape;26;p4"/>
            <p:cNvSpPr/>
            <p:nvPr/>
          </p:nvSpPr>
          <p:spPr>
            <a:xfrm>
              <a:off x="0" y="6451200"/>
              <a:ext cx="12192000" cy="406800"/>
            </a:xfrm>
            <a:prstGeom prst="rtTriangle">
              <a:avLst/>
            </a:prstGeom>
            <a:solidFill>
              <a:srgbClr val="00A1CC"/>
            </a:solidFill>
            <a:ln cap="flat" cmpd="sng" w="7150">
              <a:solidFill>
                <a:srgbClr val="00A1C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27" name="Google Shape;27;p4"/>
            <p:cNvSpPr/>
            <p:nvPr/>
          </p:nvSpPr>
          <p:spPr>
            <a:xfrm flipH="1">
              <a:off x="6096000" y="6451200"/>
              <a:ext cx="6096000" cy="406800"/>
            </a:xfrm>
            <a:prstGeom prst="rtTriangle">
              <a:avLst/>
            </a:prstGeom>
            <a:solidFill>
              <a:srgbClr val="193C64"/>
            </a:solidFill>
            <a:ln cap="flat" cmpd="sng" w="7150">
              <a:solidFill>
                <a:srgbClr val="193C64"/>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grpSp>
      <p:sp>
        <p:nvSpPr>
          <p:cNvPr id="28" name="Google Shape;28;p4"/>
          <p:cNvSpPr/>
          <p:nvPr/>
        </p:nvSpPr>
        <p:spPr>
          <a:xfrm>
            <a:off x="0" y="0"/>
            <a:ext cx="9144000" cy="1020000"/>
          </a:xfrm>
          <a:prstGeom prst="rect">
            <a:avLst/>
          </a:prstGeom>
          <a:solidFill>
            <a:srgbClr val="00A1CC"/>
          </a:solidFill>
          <a:ln cap="flat" cmpd="sng" w="9525">
            <a:solidFill>
              <a:srgbClr val="00A1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9" name="Google Shape;29;p4" title="07-25 PDI Assets (Screen)9.png"/>
          <p:cNvPicPr preferRelativeResize="0"/>
          <p:nvPr/>
        </p:nvPicPr>
        <p:blipFill rotWithShape="1">
          <a:blip r:embed="rId2">
            <a:alphaModFix/>
          </a:blip>
          <a:srcRect b="6760" l="0" r="0" t="0"/>
          <a:stretch/>
        </p:blipFill>
        <p:spPr>
          <a:xfrm>
            <a:off x="17661" y="70599"/>
            <a:ext cx="1815672" cy="952236"/>
          </a:xfrm>
          <a:prstGeom prst="rect">
            <a:avLst/>
          </a:prstGeom>
          <a:noFill/>
          <a:ln>
            <a:noFill/>
          </a:ln>
        </p:spPr>
      </p:pic>
      <p:pic>
        <p:nvPicPr>
          <p:cNvPr id="30" name="Google Shape;30;p4"/>
          <p:cNvPicPr preferRelativeResize="0"/>
          <p:nvPr/>
        </p:nvPicPr>
        <p:blipFill>
          <a:blip r:embed="rId3">
            <a:alphaModFix/>
          </a:blip>
          <a:stretch>
            <a:fillRect/>
          </a:stretch>
        </p:blipFill>
        <p:spPr>
          <a:xfrm>
            <a:off x="1240691" y="141556"/>
            <a:ext cx="2424160" cy="883229"/>
          </a:xfrm>
          <a:prstGeom prst="rect">
            <a:avLst/>
          </a:prstGeom>
          <a:noFill/>
          <a:ln>
            <a:noFill/>
          </a:ln>
        </p:spPr>
      </p:pic>
      <p:sp>
        <p:nvSpPr>
          <p:cNvPr id="31" name="Google Shape;31;p4"/>
          <p:cNvSpPr/>
          <p:nvPr/>
        </p:nvSpPr>
        <p:spPr>
          <a:xfrm>
            <a:off x="2724178" y="70595"/>
            <a:ext cx="927000" cy="387000"/>
          </a:xfrm>
          <a:prstGeom prst="rect">
            <a:avLst/>
          </a:prstGeom>
          <a:solidFill>
            <a:srgbClr val="00A1CC"/>
          </a:solidFill>
          <a:ln cap="flat" cmpd="sng" w="9525">
            <a:solidFill>
              <a:srgbClr val="00A1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 name="Google Shape;32;p4"/>
          <p:cNvSpPr txBox="1"/>
          <p:nvPr>
            <p:ph type="title"/>
          </p:nvPr>
        </p:nvSpPr>
        <p:spPr>
          <a:xfrm>
            <a:off x="4610425" y="45350"/>
            <a:ext cx="4474500" cy="883200"/>
          </a:xfrm>
          <a:prstGeom prst="rect">
            <a:avLst/>
          </a:prstGeom>
          <a:noFill/>
          <a:ln>
            <a:noFill/>
          </a:ln>
        </p:spPr>
        <p:txBody>
          <a:bodyPr anchorCtr="0" anchor="ctr" bIns="91425" lIns="91425" spcFirstLastPara="1" rIns="91425" wrap="square" tIns="91425">
            <a:normAutofit/>
          </a:bodyPr>
          <a:lstStyle>
            <a:lvl1pPr lvl="0" algn="ctr">
              <a:spcBef>
                <a:spcPts val="0"/>
              </a:spcBef>
              <a:spcAft>
                <a:spcPts val="0"/>
              </a:spcAft>
              <a:buClr>
                <a:schemeClr val="lt1"/>
              </a:buClr>
              <a:buSzPts val="3100"/>
              <a:buFont typeface="Avenir"/>
              <a:buNone/>
              <a:defRPr b="1" sz="3100">
                <a:solidFill>
                  <a:schemeClr val="lt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LORE">
  <p:cSld name="CUSTOM_2">
    <p:spTree>
      <p:nvGrpSpPr>
        <p:cNvPr id="33" name="Shape 33"/>
        <p:cNvGrpSpPr/>
        <p:nvPr/>
      </p:nvGrpSpPr>
      <p:grpSpPr>
        <a:xfrm>
          <a:off x="0" y="0"/>
          <a:ext cx="0" cy="0"/>
          <a:chOff x="0" y="0"/>
          <a:chExt cx="0" cy="0"/>
        </a:xfrm>
      </p:grpSpPr>
      <p:sp>
        <p:nvSpPr>
          <p:cNvPr id="34" name="Google Shape;34;p5"/>
          <p:cNvSpPr txBox="1"/>
          <p:nvPr>
            <p:ph idx="1" type="body"/>
          </p:nvPr>
        </p:nvSpPr>
        <p:spPr>
          <a:xfrm>
            <a:off x="175800" y="2147600"/>
            <a:ext cx="8792400" cy="2527500"/>
          </a:xfrm>
          <a:prstGeom prst="rect">
            <a:avLst/>
          </a:prstGeom>
          <a:noFill/>
          <a:ln>
            <a:noFill/>
          </a:ln>
        </p:spPr>
        <p:txBody>
          <a:bodyPr anchorCtr="0" anchor="t" bIns="91425" lIns="91425" spcFirstLastPara="1" rIns="91425" wrap="square" tIns="91425">
            <a:noAutofit/>
          </a:bodyPr>
          <a:lstStyle>
            <a:lvl1pPr indent="-361950" lvl="0" marL="457200">
              <a:spcBef>
                <a:spcPts val="0"/>
              </a:spcBef>
              <a:spcAft>
                <a:spcPts val="0"/>
              </a:spcAft>
              <a:buSzPts val="2100"/>
              <a:buFont typeface="Avenir"/>
              <a:buChar char="●"/>
              <a:defRPr sz="2100">
                <a:latin typeface="Avenir"/>
                <a:ea typeface="Avenir"/>
                <a:cs typeface="Avenir"/>
                <a:sym typeface="Avenir"/>
              </a:defRPr>
            </a:lvl1pPr>
            <a:lvl2pPr indent="-349250" lvl="1" marL="914400">
              <a:spcBef>
                <a:spcPts val="0"/>
              </a:spcBef>
              <a:spcAft>
                <a:spcPts val="0"/>
              </a:spcAft>
              <a:buSzPts val="1900"/>
              <a:buFont typeface="Avenir"/>
              <a:buChar char="○"/>
              <a:defRPr sz="1900">
                <a:latin typeface="Avenir"/>
                <a:ea typeface="Avenir"/>
                <a:cs typeface="Avenir"/>
                <a:sym typeface="Avenir"/>
              </a:defRPr>
            </a:lvl2pPr>
            <a:lvl3pPr indent="-317500" lvl="2" marL="1371600">
              <a:spcBef>
                <a:spcPts val="0"/>
              </a:spcBef>
              <a:spcAft>
                <a:spcPts val="0"/>
              </a:spcAft>
              <a:buSzPts val="1400"/>
              <a:buFont typeface="Avenir"/>
              <a:buChar char="■"/>
              <a:defRPr>
                <a:latin typeface="Avenir"/>
                <a:ea typeface="Avenir"/>
                <a:cs typeface="Avenir"/>
                <a:sym typeface="Avenir"/>
              </a:defRPr>
            </a:lvl3pPr>
            <a:lvl4pPr indent="-317500" lvl="3" marL="1828800">
              <a:spcBef>
                <a:spcPts val="0"/>
              </a:spcBef>
              <a:spcAft>
                <a:spcPts val="0"/>
              </a:spcAft>
              <a:buSzPts val="1400"/>
              <a:buFont typeface="Avenir"/>
              <a:buChar char="●"/>
              <a:defRPr>
                <a:latin typeface="Avenir"/>
                <a:ea typeface="Avenir"/>
                <a:cs typeface="Avenir"/>
                <a:sym typeface="Avenir"/>
              </a:defRPr>
            </a:lvl4pPr>
            <a:lvl5pPr indent="-317500" lvl="4" marL="2286000">
              <a:spcBef>
                <a:spcPts val="0"/>
              </a:spcBef>
              <a:spcAft>
                <a:spcPts val="0"/>
              </a:spcAft>
              <a:buSzPts val="1400"/>
              <a:buFont typeface="Avenir"/>
              <a:buChar char="○"/>
              <a:defRPr>
                <a:latin typeface="Avenir"/>
                <a:ea typeface="Avenir"/>
                <a:cs typeface="Avenir"/>
                <a:sym typeface="Avenir"/>
              </a:defRPr>
            </a:lvl5pPr>
            <a:lvl6pPr indent="-317500" lvl="5" marL="2743200">
              <a:spcBef>
                <a:spcPts val="0"/>
              </a:spcBef>
              <a:spcAft>
                <a:spcPts val="0"/>
              </a:spcAft>
              <a:buSzPts val="1400"/>
              <a:buFont typeface="Avenir"/>
              <a:buChar char="■"/>
              <a:defRPr>
                <a:latin typeface="Avenir"/>
                <a:ea typeface="Avenir"/>
                <a:cs typeface="Avenir"/>
                <a:sym typeface="Avenir"/>
              </a:defRPr>
            </a:lvl6pPr>
            <a:lvl7pPr indent="-317500" lvl="6" marL="3200400">
              <a:spcBef>
                <a:spcPts val="0"/>
              </a:spcBef>
              <a:spcAft>
                <a:spcPts val="0"/>
              </a:spcAft>
              <a:buSzPts val="1400"/>
              <a:buFont typeface="Avenir"/>
              <a:buChar char="●"/>
              <a:defRPr>
                <a:latin typeface="Avenir"/>
                <a:ea typeface="Avenir"/>
                <a:cs typeface="Avenir"/>
                <a:sym typeface="Avenir"/>
              </a:defRPr>
            </a:lvl7pPr>
            <a:lvl8pPr indent="-317500" lvl="7" marL="3657600">
              <a:spcBef>
                <a:spcPts val="0"/>
              </a:spcBef>
              <a:spcAft>
                <a:spcPts val="0"/>
              </a:spcAft>
              <a:buSzPts val="1400"/>
              <a:buFont typeface="Avenir"/>
              <a:buChar char="○"/>
              <a:defRPr>
                <a:latin typeface="Avenir"/>
                <a:ea typeface="Avenir"/>
                <a:cs typeface="Avenir"/>
                <a:sym typeface="Avenir"/>
              </a:defRPr>
            </a:lvl8pPr>
            <a:lvl9pPr indent="-317500" lvl="8" marL="4114800">
              <a:spcBef>
                <a:spcPts val="0"/>
              </a:spcBef>
              <a:spcAft>
                <a:spcPts val="0"/>
              </a:spcAft>
              <a:buSzPts val="1400"/>
              <a:buFont typeface="Avenir"/>
              <a:buChar char="■"/>
              <a:defRPr>
                <a:latin typeface="Avenir"/>
                <a:ea typeface="Avenir"/>
                <a:cs typeface="Avenir"/>
                <a:sym typeface="Avenir"/>
              </a:defRPr>
            </a:lvl9pPr>
          </a:lstStyle>
          <a:p/>
        </p:txBody>
      </p:sp>
      <p:sp>
        <p:nvSpPr>
          <p:cNvPr id="35" name="Google Shape;35;p5"/>
          <p:cNvSpPr txBox="1"/>
          <p:nvPr/>
        </p:nvSpPr>
        <p:spPr>
          <a:xfrm>
            <a:off x="75" y="1044079"/>
            <a:ext cx="9144000" cy="957000"/>
          </a:xfrm>
          <a:prstGeom prst="rect">
            <a:avLst/>
          </a:prstGeom>
          <a:noFill/>
          <a:ln>
            <a:noFill/>
          </a:ln>
        </p:spPr>
        <p:txBody>
          <a:bodyPr anchorCtr="0" anchor="ctr" bIns="34275" lIns="68575" spcFirstLastPara="1" rIns="68575" wrap="square" tIns="34275">
            <a:normAutofit/>
          </a:bodyPr>
          <a:lstStyle/>
          <a:p>
            <a:pPr indent="0" lvl="0" marL="0" rtl="0" algn="ctr">
              <a:lnSpc>
                <a:spcPct val="115000"/>
              </a:lnSpc>
              <a:spcBef>
                <a:spcPts val="0"/>
              </a:spcBef>
              <a:spcAft>
                <a:spcPts val="0"/>
              </a:spcAft>
              <a:buClr>
                <a:srgbClr val="000000"/>
              </a:buClr>
              <a:buSzPts val="800"/>
              <a:buFont typeface="Arial"/>
              <a:buNone/>
            </a:pPr>
            <a:r>
              <a:rPr b="1" lang="en-US" sz="4500">
                <a:solidFill>
                  <a:srgbClr val="00A1CC"/>
                </a:solidFill>
                <a:latin typeface="Avenir"/>
                <a:ea typeface="Avenir"/>
                <a:cs typeface="Avenir"/>
                <a:sym typeface="Avenir"/>
              </a:rPr>
              <a:t>Explore</a:t>
            </a:r>
            <a:endParaRPr b="1" sz="4500">
              <a:solidFill>
                <a:srgbClr val="00A1CC"/>
              </a:solidFill>
              <a:latin typeface="Avenir"/>
              <a:ea typeface="Avenir"/>
              <a:cs typeface="Avenir"/>
              <a:sym typeface="Avenir"/>
            </a:endParaRPr>
          </a:p>
        </p:txBody>
      </p:sp>
      <p:sp>
        <p:nvSpPr>
          <p:cNvPr id="36" name="Google Shape;36;p5"/>
          <p:cNvSpPr/>
          <p:nvPr/>
        </p:nvSpPr>
        <p:spPr>
          <a:xfrm>
            <a:off x="0" y="0"/>
            <a:ext cx="9144000" cy="1020000"/>
          </a:xfrm>
          <a:prstGeom prst="rect">
            <a:avLst/>
          </a:prstGeom>
          <a:solidFill>
            <a:srgbClr val="00A1CC"/>
          </a:solidFill>
          <a:ln cap="flat" cmpd="sng" w="9525">
            <a:solidFill>
              <a:srgbClr val="00A1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7" name="Google Shape;37;p5" title="07-25 PDI Assets (Screen)9.png"/>
          <p:cNvPicPr preferRelativeResize="0"/>
          <p:nvPr/>
        </p:nvPicPr>
        <p:blipFill rotWithShape="1">
          <a:blip r:embed="rId2">
            <a:alphaModFix/>
          </a:blip>
          <a:srcRect b="6760" l="0" r="0" t="0"/>
          <a:stretch/>
        </p:blipFill>
        <p:spPr>
          <a:xfrm>
            <a:off x="17661" y="70599"/>
            <a:ext cx="1815672" cy="952236"/>
          </a:xfrm>
          <a:prstGeom prst="rect">
            <a:avLst/>
          </a:prstGeom>
          <a:noFill/>
          <a:ln>
            <a:noFill/>
          </a:ln>
        </p:spPr>
      </p:pic>
      <p:pic>
        <p:nvPicPr>
          <p:cNvPr id="38" name="Google Shape;38;p5"/>
          <p:cNvPicPr preferRelativeResize="0"/>
          <p:nvPr/>
        </p:nvPicPr>
        <p:blipFill>
          <a:blip r:embed="rId3">
            <a:alphaModFix/>
          </a:blip>
          <a:stretch>
            <a:fillRect/>
          </a:stretch>
        </p:blipFill>
        <p:spPr>
          <a:xfrm>
            <a:off x="1240691" y="141069"/>
            <a:ext cx="2424160" cy="883229"/>
          </a:xfrm>
          <a:prstGeom prst="rect">
            <a:avLst/>
          </a:prstGeom>
          <a:noFill/>
          <a:ln>
            <a:noFill/>
          </a:ln>
        </p:spPr>
      </p:pic>
      <p:sp>
        <p:nvSpPr>
          <p:cNvPr id="39" name="Google Shape;39;p5"/>
          <p:cNvSpPr/>
          <p:nvPr/>
        </p:nvSpPr>
        <p:spPr>
          <a:xfrm>
            <a:off x="2724178" y="70595"/>
            <a:ext cx="927000" cy="387000"/>
          </a:xfrm>
          <a:prstGeom prst="rect">
            <a:avLst/>
          </a:prstGeom>
          <a:solidFill>
            <a:srgbClr val="00A1CC"/>
          </a:solidFill>
          <a:ln cap="flat" cmpd="sng" w="9525">
            <a:solidFill>
              <a:srgbClr val="00A1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 name="Google Shape;40;p5"/>
          <p:cNvSpPr txBox="1"/>
          <p:nvPr>
            <p:ph type="title"/>
          </p:nvPr>
        </p:nvSpPr>
        <p:spPr>
          <a:xfrm>
            <a:off x="4610425" y="45350"/>
            <a:ext cx="4474500" cy="883200"/>
          </a:xfrm>
          <a:prstGeom prst="rect">
            <a:avLst/>
          </a:prstGeom>
          <a:noFill/>
          <a:ln>
            <a:noFill/>
          </a:ln>
        </p:spPr>
        <p:txBody>
          <a:bodyPr anchorCtr="0" anchor="ctr" bIns="91425" lIns="91425" spcFirstLastPara="1" rIns="91425" wrap="square" tIns="91425">
            <a:normAutofit/>
          </a:bodyPr>
          <a:lstStyle>
            <a:lvl1pPr lvl="0" algn="ctr">
              <a:spcBef>
                <a:spcPts val="0"/>
              </a:spcBef>
              <a:spcAft>
                <a:spcPts val="0"/>
              </a:spcAft>
              <a:buClr>
                <a:schemeClr val="lt1"/>
              </a:buClr>
              <a:buSzPts val="3100"/>
              <a:buFont typeface="Avenir"/>
              <a:buNone/>
              <a:defRPr b="1" sz="3100">
                <a:solidFill>
                  <a:schemeClr val="lt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41" name="Google Shape;41;p5"/>
          <p:cNvGrpSpPr/>
          <p:nvPr/>
        </p:nvGrpSpPr>
        <p:grpSpPr>
          <a:xfrm>
            <a:off x="725" y="4857450"/>
            <a:ext cx="9144000" cy="305100"/>
            <a:chOff x="0" y="6451200"/>
            <a:chExt cx="12192000" cy="406800"/>
          </a:xfrm>
        </p:grpSpPr>
        <p:sp>
          <p:nvSpPr>
            <p:cNvPr id="42" name="Google Shape;42;p5"/>
            <p:cNvSpPr/>
            <p:nvPr/>
          </p:nvSpPr>
          <p:spPr>
            <a:xfrm>
              <a:off x="0" y="6451200"/>
              <a:ext cx="12192000" cy="406800"/>
            </a:xfrm>
            <a:prstGeom prst="rtTriangle">
              <a:avLst/>
            </a:prstGeom>
            <a:solidFill>
              <a:srgbClr val="00A1CC"/>
            </a:solidFill>
            <a:ln cap="flat" cmpd="sng" w="7150">
              <a:solidFill>
                <a:srgbClr val="00A1C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43" name="Google Shape;43;p5"/>
            <p:cNvSpPr/>
            <p:nvPr/>
          </p:nvSpPr>
          <p:spPr>
            <a:xfrm flipH="1">
              <a:off x="6096000" y="6451200"/>
              <a:ext cx="6096000" cy="406800"/>
            </a:xfrm>
            <a:prstGeom prst="rtTriangle">
              <a:avLst/>
            </a:prstGeom>
            <a:solidFill>
              <a:srgbClr val="193C64"/>
            </a:solidFill>
            <a:ln cap="flat" cmpd="sng" w="7150">
              <a:solidFill>
                <a:srgbClr val="193C64"/>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LY">
  <p:cSld name="CUSTOM_2_1">
    <p:spTree>
      <p:nvGrpSpPr>
        <p:cNvPr id="44" name="Shape 44"/>
        <p:cNvGrpSpPr/>
        <p:nvPr/>
      </p:nvGrpSpPr>
      <p:grpSpPr>
        <a:xfrm>
          <a:off x="0" y="0"/>
          <a:ext cx="0" cy="0"/>
          <a:chOff x="0" y="0"/>
          <a:chExt cx="0" cy="0"/>
        </a:xfrm>
      </p:grpSpPr>
      <p:sp>
        <p:nvSpPr>
          <p:cNvPr id="45" name="Google Shape;45;p6"/>
          <p:cNvSpPr txBox="1"/>
          <p:nvPr>
            <p:ph idx="1" type="body"/>
          </p:nvPr>
        </p:nvSpPr>
        <p:spPr>
          <a:xfrm>
            <a:off x="175800" y="2147600"/>
            <a:ext cx="8792400" cy="2527500"/>
          </a:xfrm>
          <a:prstGeom prst="rect">
            <a:avLst/>
          </a:prstGeom>
          <a:noFill/>
          <a:ln>
            <a:noFill/>
          </a:ln>
        </p:spPr>
        <p:txBody>
          <a:bodyPr anchorCtr="0" anchor="t" bIns="91425" lIns="91425" spcFirstLastPara="1" rIns="91425" wrap="square" tIns="91425">
            <a:noAutofit/>
          </a:bodyPr>
          <a:lstStyle>
            <a:lvl1pPr indent="-361950" lvl="0" marL="457200">
              <a:spcBef>
                <a:spcPts val="0"/>
              </a:spcBef>
              <a:spcAft>
                <a:spcPts val="0"/>
              </a:spcAft>
              <a:buSzPts val="2100"/>
              <a:buFont typeface="Avenir"/>
              <a:buChar char="●"/>
              <a:defRPr sz="2100">
                <a:latin typeface="Avenir"/>
                <a:ea typeface="Avenir"/>
                <a:cs typeface="Avenir"/>
                <a:sym typeface="Avenir"/>
              </a:defRPr>
            </a:lvl1pPr>
            <a:lvl2pPr indent="-349250" lvl="1" marL="914400">
              <a:spcBef>
                <a:spcPts val="0"/>
              </a:spcBef>
              <a:spcAft>
                <a:spcPts val="0"/>
              </a:spcAft>
              <a:buSzPts val="1900"/>
              <a:buFont typeface="Avenir"/>
              <a:buChar char="○"/>
              <a:defRPr sz="1900">
                <a:latin typeface="Avenir"/>
                <a:ea typeface="Avenir"/>
                <a:cs typeface="Avenir"/>
                <a:sym typeface="Avenir"/>
              </a:defRPr>
            </a:lvl2pPr>
            <a:lvl3pPr indent="-317500" lvl="2" marL="1371600">
              <a:spcBef>
                <a:spcPts val="0"/>
              </a:spcBef>
              <a:spcAft>
                <a:spcPts val="0"/>
              </a:spcAft>
              <a:buSzPts val="1400"/>
              <a:buFont typeface="Avenir"/>
              <a:buChar char="■"/>
              <a:defRPr>
                <a:latin typeface="Avenir"/>
                <a:ea typeface="Avenir"/>
                <a:cs typeface="Avenir"/>
                <a:sym typeface="Avenir"/>
              </a:defRPr>
            </a:lvl3pPr>
            <a:lvl4pPr indent="-317500" lvl="3" marL="1828800">
              <a:spcBef>
                <a:spcPts val="0"/>
              </a:spcBef>
              <a:spcAft>
                <a:spcPts val="0"/>
              </a:spcAft>
              <a:buSzPts val="1400"/>
              <a:buFont typeface="Avenir"/>
              <a:buChar char="●"/>
              <a:defRPr>
                <a:latin typeface="Avenir"/>
                <a:ea typeface="Avenir"/>
                <a:cs typeface="Avenir"/>
                <a:sym typeface="Avenir"/>
              </a:defRPr>
            </a:lvl4pPr>
            <a:lvl5pPr indent="-317500" lvl="4" marL="2286000">
              <a:spcBef>
                <a:spcPts val="0"/>
              </a:spcBef>
              <a:spcAft>
                <a:spcPts val="0"/>
              </a:spcAft>
              <a:buSzPts val="1400"/>
              <a:buFont typeface="Avenir"/>
              <a:buChar char="○"/>
              <a:defRPr>
                <a:latin typeface="Avenir"/>
                <a:ea typeface="Avenir"/>
                <a:cs typeface="Avenir"/>
                <a:sym typeface="Avenir"/>
              </a:defRPr>
            </a:lvl5pPr>
            <a:lvl6pPr indent="-317500" lvl="5" marL="2743200">
              <a:spcBef>
                <a:spcPts val="0"/>
              </a:spcBef>
              <a:spcAft>
                <a:spcPts val="0"/>
              </a:spcAft>
              <a:buSzPts val="1400"/>
              <a:buFont typeface="Avenir"/>
              <a:buChar char="■"/>
              <a:defRPr>
                <a:latin typeface="Avenir"/>
                <a:ea typeface="Avenir"/>
                <a:cs typeface="Avenir"/>
                <a:sym typeface="Avenir"/>
              </a:defRPr>
            </a:lvl6pPr>
            <a:lvl7pPr indent="-317500" lvl="6" marL="3200400">
              <a:spcBef>
                <a:spcPts val="0"/>
              </a:spcBef>
              <a:spcAft>
                <a:spcPts val="0"/>
              </a:spcAft>
              <a:buSzPts val="1400"/>
              <a:buFont typeface="Avenir"/>
              <a:buChar char="●"/>
              <a:defRPr>
                <a:latin typeface="Avenir"/>
                <a:ea typeface="Avenir"/>
                <a:cs typeface="Avenir"/>
                <a:sym typeface="Avenir"/>
              </a:defRPr>
            </a:lvl7pPr>
            <a:lvl8pPr indent="-317500" lvl="7" marL="3657600">
              <a:spcBef>
                <a:spcPts val="0"/>
              </a:spcBef>
              <a:spcAft>
                <a:spcPts val="0"/>
              </a:spcAft>
              <a:buSzPts val="1400"/>
              <a:buFont typeface="Avenir"/>
              <a:buChar char="○"/>
              <a:defRPr>
                <a:latin typeface="Avenir"/>
                <a:ea typeface="Avenir"/>
                <a:cs typeface="Avenir"/>
                <a:sym typeface="Avenir"/>
              </a:defRPr>
            </a:lvl8pPr>
            <a:lvl9pPr indent="-317500" lvl="8" marL="4114800">
              <a:spcBef>
                <a:spcPts val="0"/>
              </a:spcBef>
              <a:spcAft>
                <a:spcPts val="0"/>
              </a:spcAft>
              <a:buSzPts val="1400"/>
              <a:buFont typeface="Avenir"/>
              <a:buChar char="■"/>
              <a:defRPr>
                <a:latin typeface="Avenir"/>
                <a:ea typeface="Avenir"/>
                <a:cs typeface="Avenir"/>
                <a:sym typeface="Avenir"/>
              </a:defRPr>
            </a:lvl9pPr>
          </a:lstStyle>
          <a:p/>
        </p:txBody>
      </p:sp>
      <p:sp>
        <p:nvSpPr>
          <p:cNvPr id="46" name="Google Shape;46;p6"/>
          <p:cNvSpPr txBox="1"/>
          <p:nvPr/>
        </p:nvSpPr>
        <p:spPr>
          <a:xfrm>
            <a:off x="75" y="1045270"/>
            <a:ext cx="9144000" cy="957000"/>
          </a:xfrm>
          <a:prstGeom prst="rect">
            <a:avLst/>
          </a:prstGeom>
          <a:noFill/>
          <a:ln>
            <a:noFill/>
          </a:ln>
        </p:spPr>
        <p:txBody>
          <a:bodyPr anchorCtr="0" anchor="ctr" bIns="34275" lIns="68575" spcFirstLastPara="1" rIns="68575" wrap="square" tIns="34275">
            <a:normAutofit/>
          </a:bodyPr>
          <a:lstStyle/>
          <a:p>
            <a:pPr indent="0" lvl="0" marL="0" rtl="0" algn="ctr">
              <a:lnSpc>
                <a:spcPct val="115000"/>
              </a:lnSpc>
              <a:spcBef>
                <a:spcPts val="0"/>
              </a:spcBef>
              <a:spcAft>
                <a:spcPts val="0"/>
              </a:spcAft>
              <a:buClr>
                <a:srgbClr val="000000"/>
              </a:buClr>
              <a:buSzPts val="800"/>
              <a:buFont typeface="Arial"/>
              <a:buNone/>
            </a:pPr>
            <a:r>
              <a:rPr b="1" lang="en-US" sz="4500">
                <a:solidFill>
                  <a:srgbClr val="00A1CC"/>
                </a:solidFill>
                <a:latin typeface="Avenir"/>
                <a:ea typeface="Avenir"/>
                <a:cs typeface="Avenir"/>
                <a:sym typeface="Avenir"/>
              </a:rPr>
              <a:t>Apply</a:t>
            </a:r>
            <a:endParaRPr b="1" sz="4500">
              <a:solidFill>
                <a:srgbClr val="00A1CC"/>
              </a:solidFill>
              <a:latin typeface="Avenir"/>
              <a:ea typeface="Avenir"/>
              <a:cs typeface="Avenir"/>
              <a:sym typeface="Avenir"/>
            </a:endParaRPr>
          </a:p>
        </p:txBody>
      </p:sp>
      <p:sp>
        <p:nvSpPr>
          <p:cNvPr id="47" name="Google Shape;47;p6"/>
          <p:cNvSpPr/>
          <p:nvPr/>
        </p:nvSpPr>
        <p:spPr>
          <a:xfrm>
            <a:off x="0" y="0"/>
            <a:ext cx="9144000" cy="1020000"/>
          </a:xfrm>
          <a:prstGeom prst="rect">
            <a:avLst/>
          </a:prstGeom>
          <a:solidFill>
            <a:srgbClr val="00A1CC"/>
          </a:solidFill>
          <a:ln cap="flat" cmpd="sng" w="9525">
            <a:solidFill>
              <a:srgbClr val="00A1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8" name="Google Shape;48;p6" title="07-25 PDI Assets (Screen)9.png"/>
          <p:cNvPicPr preferRelativeResize="0"/>
          <p:nvPr/>
        </p:nvPicPr>
        <p:blipFill rotWithShape="1">
          <a:blip r:embed="rId2">
            <a:alphaModFix/>
          </a:blip>
          <a:srcRect b="6760" l="0" r="0" t="0"/>
          <a:stretch/>
        </p:blipFill>
        <p:spPr>
          <a:xfrm>
            <a:off x="17661" y="70599"/>
            <a:ext cx="1815672" cy="952236"/>
          </a:xfrm>
          <a:prstGeom prst="rect">
            <a:avLst/>
          </a:prstGeom>
          <a:noFill/>
          <a:ln>
            <a:noFill/>
          </a:ln>
        </p:spPr>
      </p:pic>
      <p:pic>
        <p:nvPicPr>
          <p:cNvPr id="49" name="Google Shape;49;p6"/>
          <p:cNvPicPr preferRelativeResize="0"/>
          <p:nvPr/>
        </p:nvPicPr>
        <p:blipFill>
          <a:blip r:embed="rId3">
            <a:alphaModFix/>
          </a:blip>
          <a:stretch>
            <a:fillRect/>
          </a:stretch>
        </p:blipFill>
        <p:spPr>
          <a:xfrm>
            <a:off x="1240691" y="141341"/>
            <a:ext cx="2424160" cy="883229"/>
          </a:xfrm>
          <a:prstGeom prst="rect">
            <a:avLst/>
          </a:prstGeom>
          <a:noFill/>
          <a:ln>
            <a:noFill/>
          </a:ln>
        </p:spPr>
      </p:pic>
      <p:sp>
        <p:nvSpPr>
          <p:cNvPr id="50" name="Google Shape;50;p6"/>
          <p:cNvSpPr/>
          <p:nvPr/>
        </p:nvSpPr>
        <p:spPr>
          <a:xfrm>
            <a:off x="2724178" y="70595"/>
            <a:ext cx="927000" cy="387000"/>
          </a:xfrm>
          <a:prstGeom prst="rect">
            <a:avLst/>
          </a:prstGeom>
          <a:solidFill>
            <a:srgbClr val="00A1CC"/>
          </a:solidFill>
          <a:ln cap="flat" cmpd="sng" w="9525">
            <a:solidFill>
              <a:srgbClr val="00A1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 name="Google Shape;51;p6"/>
          <p:cNvSpPr txBox="1"/>
          <p:nvPr>
            <p:ph type="title"/>
          </p:nvPr>
        </p:nvSpPr>
        <p:spPr>
          <a:xfrm>
            <a:off x="4610425" y="45350"/>
            <a:ext cx="4474500" cy="883200"/>
          </a:xfrm>
          <a:prstGeom prst="rect">
            <a:avLst/>
          </a:prstGeom>
          <a:noFill/>
          <a:ln>
            <a:noFill/>
          </a:ln>
        </p:spPr>
        <p:txBody>
          <a:bodyPr anchorCtr="0" anchor="ctr" bIns="91425" lIns="91425" spcFirstLastPara="1" rIns="91425" wrap="square" tIns="91425">
            <a:normAutofit/>
          </a:bodyPr>
          <a:lstStyle>
            <a:lvl1pPr lvl="0" algn="ctr">
              <a:spcBef>
                <a:spcPts val="0"/>
              </a:spcBef>
              <a:spcAft>
                <a:spcPts val="0"/>
              </a:spcAft>
              <a:buClr>
                <a:schemeClr val="lt1"/>
              </a:buClr>
              <a:buSzPts val="3100"/>
              <a:buFont typeface="Avenir"/>
              <a:buNone/>
              <a:defRPr b="1" sz="3100">
                <a:solidFill>
                  <a:schemeClr val="lt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52" name="Google Shape;52;p6"/>
          <p:cNvGrpSpPr/>
          <p:nvPr/>
        </p:nvGrpSpPr>
        <p:grpSpPr>
          <a:xfrm>
            <a:off x="725" y="4857450"/>
            <a:ext cx="9144000" cy="305100"/>
            <a:chOff x="0" y="6451200"/>
            <a:chExt cx="12192000" cy="406800"/>
          </a:xfrm>
        </p:grpSpPr>
        <p:sp>
          <p:nvSpPr>
            <p:cNvPr id="53" name="Google Shape;53;p6"/>
            <p:cNvSpPr/>
            <p:nvPr/>
          </p:nvSpPr>
          <p:spPr>
            <a:xfrm>
              <a:off x="0" y="6451200"/>
              <a:ext cx="12192000" cy="406800"/>
            </a:xfrm>
            <a:prstGeom prst="rtTriangle">
              <a:avLst/>
            </a:prstGeom>
            <a:solidFill>
              <a:srgbClr val="00A1CC"/>
            </a:solidFill>
            <a:ln cap="flat" cmpd="sng" w="7150">
              <a:solidFill>
                <a:srgbClr val="00A1C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54" name="Google Shape;54;p6"/>
            <p:cNvSpPr/>
            <p:nvPr/>
          </p:nvSpPr>
          <p:spPr>
            <a:xfrm flipH="1">
              <a:off x="6096000" y="6451200"/>
              <a:ext cx="6096000" cy="406800"/>
            </a:xfrm>
            <a:prstGeom prst="rtTriangle">
              <a:avLst/>
            </a:prstGeom>
            <a:solidFill>
              <a:srgbClr val="193C64"/>
            </a:solidFill>
            <a:ln cap="flat" cmpd="sng" w="7150">
              <a:solidFill>
                <a:srgbClr val="193C64"/>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LY 2">
  <p:cSld name="CUSTOM_2_1_2">
    <p:spTree>
      <p:nvGrpSpPr>
        <p:cNvPr id="55" name="Shape 55"/>
        <p:cNvGrpSpPr/>
        <p:nvPr/>
      </p:nvGrpSpPr>
      <p:grpSpPr>
        <a:xfrm>
          <a:off x="0" y="0"/>
          <a:ext cx="0" cy="0"/>
          <a:chOff x="0" y="0"/>
          <a:chExt cx="0" cy="0"/>
        </a:xfrm>
      </p:grpSpPr>
      <p:sp>
        <p:nvSpPr>
          <p:cNvPr id="56" name="Google Shape;56;p7"/>
          <p:cNvSpPr txBox="1"/>
          <p:nvPr>
            <p:ph idx="1" type="body"/>
          </p:nvPr>
        </p:nvSpPr>
        <p:spPr>
          <a:xfrm>
            <a:off x="175800" y="2147600"/>
            <a:ext cx="8792400" cy="2527500"/>
          </a:xfrm>
          <a:prstGeom prst="rect">
            <a:avLst/>
          </a:prstGeom>
          <a:noFill/>
          <a:ln>
            <a:noFill/>
          </a:ln>
        </p:spPr>
        <p:txBody>
          <a:bodyPr anchorCtr="0" anchor="t" bIns="91425" lIns="91425" spcFirstLastPara="1" rIns="91425" wrap="square" tIns="91425">
            <a:noAutofit/>
          </a:bodyPr>
          <a:lstStyle>
            <a:lvl1pPr indent="-361950" lvl="0" marL="457200">
              <a:spcBef>
                <a:spcPts val="0"/>
              </a:spcBef>
              <a:spcAft>
                <a:spcPts val="0"/>
              </a:spcAft>
              <a:buSzPts val="2100"/>
              <a:buFont typeface="Avenir"/>
              <a:buChar char="●"/>
              <a:defRPr sz="2100">
                <a:latin typeface="Avenir"/>
                <a:ea typeface="Avenir"/>
                <a:cs typeface="Avenir"/>
                <a:sym typeface="Avenir"/>
              </a:defRPr>
            </a:lvl1pPr>
            <a:lvl2pPr indent="-349250" lvl="1" marL="914400">
              <a:spcBef>
                <a:spcPts val="0"/>
              </a:spcBef>
              <a:spcAft>
                <a:spcPts val="0"/>
              </a:spcAft>
              <a:buSzPts val="1900"/>
              <a:buFont typeface="Avenir"/>
              <a:buChar char="○"/>
              <a:defRPr sz="1900">
                <a:latin typeface="Avenir"/>
                <a:ea typeface="Avenir"/>
                <a:cs typeface="Avenir"/>
                <a:sym typeface="Avenir"/>
              </a:defRPr>
            </a:lvl2pPr>
            <a:lvl3pPr indent="-317500" lvl="2" marL="1371600">
              <a:spcBef>
                <a:spcPts val="0"/>
              </a:spcBef>
              <a:spcAft>
                <a:spcPts val="0"/>
              </a:spcAft>
              <a:buSzPts val="1400"/>
              <a:buFont typeface="Avenir"/>
              <a:buChar char="■"/>
              <a:defRPr>
                <a:latin typeface="Avenir"/>
                <a:ea typeface="Avenir"/>
                <a:cs typeface="Avenir"/>
                <a:sym typeface="Avenir"/>
              </a:defRPr>
            </a:lvl3pPr>
            <a:lvl4pPr indent="-317500" lvl="3" marL="1828800">
              <a:spcBef>
                <a:spcPts val="0"/>
              </a:spcBef>
              <a:spcAft>
                <a:spcPts val="0"/>
              </a:spcAft>
              <a:buSzPts val="1400"/>
              <a:buFont typeface="Avenir"/>
              <a:buChar char="●"/>
              <a:defRPr>
                <a:latin typeface="Avenir"/>
                <a:ea typeface="Avenir"/>
                <a:cs typeface="Avenir"/>
                <a:sym typeface="Avenir"/>
              </a:defRPr>
            </a:lvl4pPr>
            <a:lvl5pPr indent="-317500" lvl="4" marL="2286000">
              <a:spcBef>
                <a:spcPts val="0"/>
              </a:spcBef>
              <a:spcAft>
                <a:spcPts val="0"/>
              </a:spcAft>
              <a:buSzPts val="1400"/>
              <a:buFont typeface="Avenir"/>
              <a:buChar char="○"/>
              <a:defRPr>
                <a:latin typeface="Avenir"/>
                <a:ea typeface="Avenir"/>
                <a:cs typeface="Avenir"/>
                <a:sym typeface="Avenir"/>
              </a:defRPr>
            </a:lvl5pPr>
            <a:lvl6pPr indent="-317500" lvl="5" marL="2743200">
              <a:spcBef>
                <a:spcPts val="0"/>
              </a:spcBef>
              <a:spcAft>
                <a:spcPts val="0"/>
              </a:spcAft>
              <a:buSzPts val="1400"/>
              <a:buFont typeface="Avenir"/>
              <a:buChar char="■"/>
              <a:defRPr>
                <a:latin typeface="Avenir"/>
                <a:ea typeface="Avenir"/>
                <a:cs typeface="Avenir"/>
                <a:sym typeface="Avenir"/>
              </a:defRPr>
            </a:lvl6pPr>
            <a:lvl7pPr indent="-317500" lvl="6" marL="3200400">
              <a:spcBef>
                <a:spcPts val="0"/>
              </a:spcBef>
              <a:spcAft>
                <a:spcPts val="0"/>
              </a:spcAft>
              <a:buSzPts val="1400"/>
              <a:buFont typeface="Avenir"/>
              <a:buChar char="●"/>
              <a:defRPr>
                <a:latin typeface="Avenir"/>
                <a:ea typeface="Avenir"/>
                <a:cs typeface="Avenir"/>
                <a:sym typeface="Avenir"/>
              </a:defRPr>
            </a:lvl7pPr>
            <a:lvl8pPr indent="-317500" lvl="7" marL="3657600">
              <a:spcBef>
                <a:spcPts val="0"/>
              </a:spcBef>
              <a:spcAft>
                <a:spcPts val="0"/>
              </a:spcAft>
              <a:buSzPts val="1400"/>
              <a:buFont typeface="Avenir"/>
              <a:buChar char="○"/>
              <a:defRPr>
                <a:latin typeface="Avenir"/>
                <a:ea typeface="Avenir"/>
                <a:cs typeface="Avenir"/>
                <a:sym typeface="Avenir"/>
              </a:defRPr>
            </a:lvl8pPr>
            <a:lvl9pPr indent="-317500" lvl="8" marL="4114800">
              <a:spcBef>
                <a:spcPts val="0"/>
              </a:spcBef>
              <a:spcAft>
                <a:spcPts val="0"/>
              </a:spcAft>
              <a:buSzPts val="1400"/>
              <a:buFont typeface="Avenir"/>
              <a:buChar char="■"/>
              <a:defRPr>
                <a:latin typeface="Avenir"/>
                <a:ea typeface="Avenir"/>
                <a:cs typeface="Avenir"/>
                <a:sym typeface="Avenir"/>
              </a:defRPr>
            </a:lvl9pPr>
          </a:lstStyle>
          <a:p/>
        </p:txBody>
      </p:sp>
      <p:sp>
        <p:nvSpPr>
          <p:cNvPr id="57" name="Google Shape;57;p7"/>
          <p:cNvSpPr/>
          <p:nvPr/>
        </p:nvSpPr>
        <p:spPr>
          <a:xfrm>
            <a:off x="0" y="0"/>
            <a:ext cx="9144000" cy="1020000"/>
          </a:xfrm>
          <a:prstGeom prst="rect">
            <a:avLst/>
          </a:prstGeom>
          <a:solidFill>
            <a:srgbClr val="00A1CC"/>
          </a:solidFill>
          <a:ln cap="flat" cmpd="sng" w="9525">
            <a:solidFill>
              <a:srgbClr val="00A1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8" name="Google Shape;58;p7" title="07-25 PDI Assets (Screen)9.png"/>
          <p:cNvPicPr preferRelativeResize="0"/>
          <p:nvPr/>
        </p:nvPicPr>
        <p:blipFill rotWithShape="1">
          <a:blip r:embed="rId2">
            <a:alphaModFix/>
          </a:blip>
          <a:srcRect b="6760" l="0" r="0" t="0"/>
          <a:stretch/>
        </p:blipFill>
        <p:spPr>
          <a:xfrm>
            <a:off x="17661" y="70599"/>
            <a:ext cx="1815672" cy="952236"/>
          </a:xfrm>
          <a:prstGeom prst="rect">
            <a:avLst/>
          </a:prstGeom>
          <a:noFill/>
          <a:ln>
            <a:noFill/>
          </a:ln>
        </p:spPr>
      </p:pic>
      <p:pic>
        <p:nvPicPr>
          <p:cNvPr id="59" name="Google Shape;59;p7"/>
          <p:cNvPicPr preferRelativeResize="0"/>
          <p:nvPr/>
        </p:nvPicPr>
        <p:blipFill>
          <a:blip r:embed="rId3">
            <a:alphaModFix/>
          </a:blip>
          <a:stretch>
            <a:fillRect/>
          </a:stretch>
        </p:blipFill>
        <p:spPr>
          <a:xfrm>
            <a:off x="1240691" y="141341"/>
            <a:ext cx="2424160" cy="883229"/>
          </a:xfrm>
          <a:prstGeom prst="rect">
            <a:avLst/>
          </a:prstGeom>
          <a:noFill/>
          <a:ln>
            <a:noFill/>
          </a:ln>
        </p:spPr>
      </p:pic>
      <p:sp>
        <p:nvSpPr>
          <p:cNvPr id="60" name="Google Shape;60;p7"/>
          <p:cNvSpPr/>
          <p:nvPr/>
        </p:nvSpPr>
        <p:spPr>
          <a:xfrm>
            <a:off x="2724178" y="70595"/>
            <a:ext cx="927000" cy="387000"/>
          </a:xfrm>
          <a:prstGeom prst="rect">
            <a:avLst/>
          </a:prstGeom>
          <a:solidFill>
            <a:srgbClr val="00A1CC"/>
          </a:solidFill>
          <a:ln cap="flat" cmpd="sng" w="9525">
            <a:solidFill>
              <a:srgbClr val="00A1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 name="Google Shape;61;p7"/>
          <p:cNvSpPr txBox="1"/>
          <p:nvPr>
            <p:ph type="title"/>
          </p:nvPr>
        </p:nvSpPr>
        <p:spPr>
          <a:xfrm>
            <a:off x="4610425" y="45350"/>
            <a:ext cx="4474500" cy="883200"/>
          </a:xfrm>
          <a:prstGeom prst="rect">
            <a:avLst/>
          </a:prstGeom>
          <a:noFill/>
          <a:ln>
            <a:noFill/>
          </a:ln>
        </p:spPr>
        <p:txBody>
          <a:bodyPr anchorCtr="0" anchor="ctr" bIns="91425" lIns="91425" spcFirstLastPara="1" rIns="91425" wrap="square" tIns="91425">
            <a:normAutofit/>
          </a:bodyPr>
          <a:lstStyle>
            <a:lvl1pPr lvl="0" algn="ctr">
              <a:spcBef>
                <a:spcPts val="0"/>
              </a:spcBef>
              <a:spcAft>
                <a:spcPts val="0"/>
              </a:spcAft>
              <a:buClr>
                <a:schemeClr val="lt1"/>
              </a:buClr>
              <a:buSzPts val="3100"/>
              <a:buFont typeface="Avenir"/>
              <a:buNone/>
              <a:defRPr b="1" sz="3100">
                <a:solidFill>
                  <a:schemeClr val="lt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62" name="Google Shape;62;p7"/>
          <p:cNvGrpSpPr/>
          <p:nvPr/>
        </p:nvGrpSpPr>
        <p:grpSpPr>
          <a:xfrm>
            <a:off x="725" y="4857450"/>
            <a:ext cx="9144000" cy="305100"/>
            <a:chOff x="0" y="6451200"/>
            <a:chExt cx="12192000" cy="406800"/>
          </a:xfrm>
        </p:grpSpPr>
        <p:sp>
          <p:nvSpPr>
            <p:cNvPr id="63" name="Google Shape;63;p7"/>
            <p:cNvSpPr/>
            <p:nvPr/>
          </p:nvSpPr>
          <p:spPr>
            <a:xfrm>
              <a:off x="0" y="6451200"/>
              <a:ext cx="12192000" cy="406800"/>
            </a:xfrm>
            <a:prstGeom prst="rtTriangle">
              <a:avLst/>
            </a:prstGeom>
            <a:solidFill>
              <a:srgbClr val="00A1CC"/>
            </a:solidFill>
            <a:ln cap="flat" cmpd="sng" w="7150">
              <a:solidFill>
                <a:srgbClr val="00A1C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64" name="Google Shape;64;p7"/>
            <p:cNvSpPr/>
            <p:nvPr/>
          </p:nvSpPr>
          <p:spPr>
            <a:xfrm flipH="1">
              <a:off x="6096000" y="6451200"/>
              <a:ext cx="6096000" cy="406800"/>
            </a:xfrm>
            <a:prstGeom prst="rtTriangle">
              <a:avLst/>
            </a:prstGeom>
            <a:solidFill>
              <a:srgbClr val="193C64"/>
            </a:solidFill>
            <a:ln cap="flat" cmpd="sng" w="7150">
              <a:solidFill>
                <a:srgbClr val="193C64"/>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grpSp>
      <p:sp>
        <p:nvSpPr>
          <p:cNvPr id="65" name="Google Shape;65;p7"/>
          <p:cNvSpPr txBox="1"/>
          <p:nvPr>
            <p:ph idx="2" type="title"/>
          </p:nvPr>
        </p:nvSpPr>
        <p:spPr>
          <a:xfrm>
            <a:off x="72575" y="1059575"/>
            <a:ext cx="9000300" cy="9570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rgbClr val="00A1CC"/>
              </a:buClr>
              <a:buSzPts val="4500"/>
              <a:buFont typeface="Avenir"/>
              <a:buNone/>
              <a:defRPr b="1" sz="4500">
                <a:solidFill>
                  <a:srgbClr val="00A1CC"/>
                </a:solidFill>
                <a:latin typeface="Avenir"/>
                <a:ea typeface="Avenir"/>
                <a:cs typeface="Avenir"/>
                <a:sym typeface="Avenir"/>
              </a:defRPr>
            </a:lvl1pPr>
            <a:lvl2pPr lvl="1" algn="ctr">
              <a:spcBef>
                <a:spcPts val="0"/>
              </a:spcBef>
              <a:spcAft>
                <a:spcPts val="0"/>
              </a:spcAft>
              <a:buClr>
                <a:srgbClr val="00A1CC"/>
              </a:buClr>
              <a:buSzPts val="4500"/>
              <a:buFont typeface="Avenir"/>
              <a:buNone/>
              <a:defRPr b="1" sz="4500">
                <a:solidFill>
                  <a:srgbClr val="00A1CC"/>
                </a:solidFill>
                <a:latin typeface="Avenir"/>
                <a:ea typeface="Avenir"/>
                <a:cs typeface="Avenir"/>
                <a:sym typeface="Avenir"/>
              </a:defRPr>
            </a:lvl2pPr>
            <a:lvl3pPr lvl="2" algn="ctr">
              <a:spcBef>
                <a:spcPts val="0"/>
              </a:spcBef>
              <a:spcAft>
                <a:spcPts val="0"/>
              </a:spcAft>
              <a:buClr>
                <a:srgbClr val="00A1CC"/>
              </a:buClr>
              <a:buSzPts val="4500"/>
              <a:buFont typeface="Avenir"/>
              <a:buNone/>
              <a:defRPr b="1" sz="4500">
                <a:solidFill>
                  <a:srgbClr val="00A1CC"/>
                </a:solidFill>
                <a:latin typeface="Avenir"/>
                <a:ea typeface="Avenir"/>
                <a:cs typeface="Avenir"/>
                <a:sym typeface="Avenir"/>
              </a:defRPr>
            </a:lvl3pPr>
            <a:lvl4pPr lvl="3" algn="ctr">
              <a:spcBef>
                <a:spcPts val="0"/>
              </a:spcBef>
              <a:spcAft>
                <a:spcPts val="0"/>
              </a:spcAft>
              <a:buClr>
                <a:srgbClr val="00A1CC"/>
              </a:buClr>
              <a:buSzPts val="4500"/>
              <a:buFont typeface="Avenir"/>
              <a:buNone/>
              <a:defRPr b="1" sz="4500">
                <a:solidFill>
                  <a:srgbClr val="00A1CC"/>
                </a:solidFill>
                <a:latin typeface="Avenir"/>
                <a:ea typeface="Avenir"/>
                <a:cs typeface="Avenir"/>
                <a:sym typeface="Avenir"/>
              </a:defRPr>
            </a:lvl4pPr>
            <a:lvl5pPr lvl="4" algn="ctr">
              <a:spcBef>
                <a:spcPts val="0"/>
              </a:spcBef>
              <a:spcAft>
                <a:spcPts val="0"/>
              </a:spcAft>
              <a:buClr>
                <a:srgbClr val="00A1CC"/>
              </a:buClr>
              <a:buSzPts val="4500"/>
              <a:buFont typeface="Avenir"/>
              <a:buNone/>
              <a:defRPr b="1" sz="4500">
                <a:solidFill>
                  <a:srgbClr val="00A1CC"/>
                </a:solidFill>
                <a:latin typeface="Avenir"/>
                <a:ea typeface="Avenir"/>
                <a:cs typeface="Avenir"/>
                <a:sym typeface="Avenir"/>
              </a:defRPr>
            </a:lvl5pPr>
            <a:lvl6pPr lvl="5" algn="ctr">
              <a:spcBef>
                <a:spcPts val="0"/>
              </a:spcBef>
              <a:spcAft>
                <a:spcPts val="0"/>
              </a:spcAft>
              <a:buClr>
                <a:srgbClr val="00A1CC"/>
              </a:buClr>
              <a:buSzPts val="4500"/>
              <a:buFont typeface="Avenir"/>
              <a:buNone/>
              <a:defRPr b="1" sz="4500">
                <a:solidFill>
                  <a:srgbClr val="00A1CC"/>
                </a:solidFill>
                <a:latin typeface="Avenir"/>
                <a:ea typeface="Avenir"/>
                <a:cs typeface="Avenir"/>
                <a:sym typeface="Avenir"/>
              </a:defRPr>
            </a:lvl6pPr>
            <a:lvl7pPr lvl="6" algn="ctr">
              <a:spcBef>
                <a:spcPts val="0"/>
              </a:spcBef>
              <a:spcAft>
                <a:spcPts val="0"/>
              </a:spcAft>
              <a:buClr>
                <a:srgbClr val="00A1CC"/>
              </a:buClr>
              <a:buSzPts val="4500"/>
              <a:buFont typeface="Avenir"/>
              <a:buNone/>
              <a:defRPr b="1" sz="4500">
                <a:solidFill>
                  <a:srgbClr val="00A1CC"/>
                </a:solidFill>
                <a:latin typeface="Avenir"/>
                <a:ea typeface="Avenir"/>
                <a:cs typeface="Avenir"/>
                <a:sym typeface="Avenir"/>
              </a:defRPr>
            </a:lvl7pPr>
            <a:lvl8pPr lvl="7" algn="ctr">
              <a:spcBef>
                <a:spcPts val="0"/>
              </a:spcBef>
              <a:spcAft>
                <a:spcPts val="0"/>
              </a:spcAft>
              <a:buClr>
                <a:srgbClr val="00A1CC"/>
              </a:buClr>
              <a:buSzPts val="4500"/>
              <a:buFont typeface="Avenir"/>
              <a:buNone/>
              <a:defRPr b="1" sz="4500">
                <a:solidFill>
                  <a:srgbClr val="00A1CC"/>
                </a:solidFill>
                <a:latin typeface="Avenir"/>
                <a:ea typeface="Avenir"/>
                <a:cs typeface="Avenir"/>
                <a:sym typeface="Avenir"/>
              </a:defRPr>
            </a:lvl8pPr>
            <a:lvl9pPr lvl="8" algn="ctr">
              <a:spcBef>
                <a:spcPts val="0"/>
              </a:spcBef>
              <a:spcAft>
                <a:spcPts val="0"/>
              </a:spcAft>
              <a:buClr>
                <a:srgbClr val="00A1CC"/>
              </a:buClr>
              <a:buSzPts val="4500"/>
              <a:buFont typeface="Avenir"/>
              <a:buNone/>
              <a:defRPr b="1" sz="4500">
                <a:solidFill>
                  <a:srgbClr val="00A1CC"/>
                </a:solidFill>
                <a:latin typeface="Avenir"/>
                <a:ea typeface="Avenir"/>
                <a:cs typeface="Avenir"/>
                <a:sym typeface="Aveni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LY 1">
  <p:cSld name="CUSTOM_2_1_1">
    <p:spTree>
      <p:nvGrpSpPr>
        <p:cNvPr id="66" name="Shape 66"/>
        <p:cNvGrpSpPr/>
        <p:nvPr/>
      </p:nvGrpSpPr>
      <p:grpSpPr>
        <a:xfrm>
          <a:off x="0" y="0"/>
          <a:ext cx="0" cy="0"/>
          <a:chOff x="0" y="0"/>
          <a:chExt cx="0" cy="0"/>
        </a:xfrm>
      </p:grpSpPr>
      <p:sp>
        <p:nvSpPr>
          <p:cNvPr id="67" name="Google Shape;67;p8"/>
          <p:cNvSpPr txBox="1"/>
          <p:nvPr>
            <p:ph idx="1" type="body"/>
          </p:nvPr>
        </p:nvSpPr>
        <p:spPr>
          <a:xfrm>
            <a:off x="175800" y="1282700"/>
            <a:ext cx="8792400" cy="3392400"/>
          </a:xfrm>
          <a:prstGeom prst="rect">
            <a:avLst/>
          </a:prstGeom>
          <a:noFill/>
          <a:ln>
            <a:noFill/>
          </a:ln>
        </p:spPr>
        <p:txBody>
          <a:bodyPr anchorCtr="0" anchor="t" bIns="91425" lIns="91425" spcFirstLastPara="1" rIns="91425" wrap="square" tIns="91425">
            <a:noAutofit/>
          </a:bodyPr>
          <a:lstStyle>
            <a:lvl1pPr indent="-361950" lvl="0" marL="457200">
              <a:spcBef>
                <a:spcPts val="0"/>
              </a:spcBef>
              <a:spcAft>
                <a:spcPts val="0"/>
              </a:spcAft>
              <a:buSzPts val="2100"/>
              <a:buFont typeface="Avenir"/>
              <a:buChar char="●"/>
              <a:defRPr sz="2100">
                <a:latin typeface="Avenir"/>
                <a:ea typeface="Avenir"/>
                <a:cs typeface="Avenir"/>
                <a:sym typeface="Avenir"/>
              </a:defRPr>
            </a:lvl1pPr>
            <a:lvl2pPr indent="-349250" lvl="1" marL="914400">
              <a:spcBef>
                <a:spcPts val="0"/>
              </a:spcBef>
              <a:spcAft>
                <a:spcPts val="0"/>
              </a:spcAft>
              <a:buSzPts val="1900"/>
              <a:buFont typeface="Avenir"/>
              <a:buChar char="○"/>
              <a:defRPr sz="1900">
                <a:latin typeface="Avenir"/>
                <a:ea typeface="Avenir"/>
                <a:cs typeface="Avenir"/>
                <a:sym typeface="Avenir"/>
              </a:defRPr>
            </a:lvl2pPr>
            <a:lvl3pPr indent="-317500" lvl="2" marL="1371600">
              <a:spcBef>
                <a:spcPts val="0"/>
              </a:spcBef>
              <a:spcAft>
                <a:spcPts val="0"/>
              </a:spcAft>
              <a:buSzPts val="1400"/>
              <a:buFont typeface="Avenir"/>
              <a:buChar char="■"/>
              <a:defRPr>
                <a:latin typeface="Avenir"/>
                <a:ea typeface="Avenir"/>
                <a:cs typeface="Avenir"/>
                <a:sym typeface="Avenir"/>
              </a:defRPr>
            </a:lvl3pPr>
            <a:lvl4pPr indent="-317500" lvl="3" marL="1828800">
              <a:spcBef>
                <a:spcPts val="0"/>
              </a:spcBef>
              <a:spcAft>
                <a:spcPts val="0"/>
              </a:spcAft>
              <a:buSzPts val="1400"/>
              <a:buFont typeface="Avenir"/>
              <a:buChar char="●"/>
              <a:defRPr>
                <a:latin typeface="Avenir"/>
                <a:ea typeface="Avenir"/>
                <a:cs typeface="Avenir"/>
                <a:sym typeface="Avenir"/>
              </a:defRPr>
            </a:lvl4pPr>
            <a:lvl5pPr indent="-317500" lvl="4" marL="2286000">
              <a:spcBef>
                <a:spcPts val="0"/>
              </a:spcBef>
              <a:spcAft>
                <a:spcPts val="0"/>
              </a:spcAft>
              <a:buSzPts val="1400"/>
              <a:buFont typeface="Avenir"/>
              <a:buChar char="○"/>
              <a:defRPr>
                <a:latin typeface="Avenir"/>
                <a:ea typeface="Avenir"/>
                <a:cs typeface="Avenir"/>
                <a:sym typeface="Avenir"/>
              </a:defRPr>
            </a:lvl5pPr>
            <a:lvl6pPr indent="-317500" lvl="5" marL="2743200">
              <a:spcBef>
                <a:spcPts val="0"/>
              </a:spcBef>
              <a:spcAft>
                <a:spcPts val="0"/>
              </a:spcAft>
              <a:buSzPts val="1400"/>
              <a:buFont typeface="Avenir"/>
              <a:buChar char="■"/>
              <a:defRPr>
                <a:latin typeface="Avenir"/>
                <a:ea typeface="Avenir"/>
                <a:cs typeface="Avenir"/>
                <a:sym typeface="Avenir"/>
              </a:defRPr>
            </a:lvl6pPr>
            <a:lvl7pPr indent="-317500" lvl="6" marL="3200400">
              <a:spcBef>
                <a:spcPts val="0"/>
              </a:spcBef>
              <a:spcAft>
                <a:spcPts val="0"/>
              </a:spcAft>
              <a:buSzPts val="1400"/>
              <a:buFont typeface="Avenir"/>
              <a:buChar char="●"/>
              <a:defRPr>
                <a:latin typeface="Avenir"/>
                <a:ea typeface="Avenir"/>
                <a:cs typeface="Avenir"/>
                <a:sym typeface="Avenir"/>
              </a:defRPr>
            </a:lvl7pPr>
            <a:lvl8pPr indent="-317500" lvl="7" marL="3657600">
              <a:spcBef>
                <a:spcPts val="0"/>
              </a:spcBef>
              <a:spcAft>
                <a:spcPts val="0"/>
              </a:spcAft>
              <a:buSzPts val="1400"/>
              <a:buFont typeface="Avenir"/>
              <a:buChar char="○"/>
              <a:defRPr>
                <a:latin typeface="Avenir"/>
                <a:ea typeface="Avenir"/>
                <a:cs typeface="Avenir"/>
                <a:sym typeface="Avenir"/>
              </a:defRPr>
            </a:lvl8pPr>
            <a:lvl9pPr indent="-317500" lvl="8" marL="4114800">
              <a:spcBef>
                <a:spcPts val="0"/>
              </a:spcBef>
              <a:spcAft>
                <a:spcPts val="0"/>
              </a:spcAft>
              <a:buSzPts val="1400"/>
              <a:buFont typeface="Avenir"/>
              <a:buChar char="■"/>
              <a:defRPr>
                <a:latin typeface="Avenir"/>
                <a:ea typeface="Avenir"/>
                <a:cs typeface="Avenir"/>
                <a:sym typeface="Avenir"/>
              </a:defRPr>
            </a:lvl9pPr>
          </a:lstStyle>
          <a:p/>
        </p:txBody>
      </p:sp>
      <p:sp>
        <p:nvSpPr>
          <p:cNvPr id="68" name="Google Shape;68;p8"/>
          <p:cNvSpPr/>
          <p:nvPr/>
        </p:nvSpPr>
        <p:spPr>
          <a:xfrm>
            <a:off x="0" y="0"/>
            <a:ext cx="9144000" cy="1020000"/>
          </a:xfrm>
          <a:prstGeom prst="rect">
            <a:avLst/>
          </a:prstGeom>
          <a:solidFill>
            <a:srgbClr val="00A1CC"/>
          </a:solidFill>
          <a:ln cap="flat" cmpd="sng" w="9525">
            <a:solidFill>
              <a:srgbClr val="00A1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9" name="Google Shape;69;p8" title="07-25 PDI Assets (Screen)9.png"/>
          <p:cNvPicPr preferRelativeResize="0"/>
          <p:nvPr/>
        </p:nvPicPr>
        <p:blipFill rotWithShape="1">
          <a:blip r:embed="rId2">
            <a:alphaModFix/>
          </a:blip>
          <a:srcRect b="6760" l="0" r="0" t="0"/>
          <a:stretch/>
        </p:blipFill>
        <p:spPr>
          <a:xfrm>
            <a:off x="17661" y="70599"/>
            <a:ext cx="1815672" cy="952236"/>
          </a:xfrm>
          <a:prstGeom prst="rect">
            <a:avLst/>
          </a:prstGeom>
          <a:noFill/>
          <a:ln>
            <a:noFill/>
          </a:ln>
        </p:spPr>
      </p:pic>
      <p:pic>
        <p:nvPicPr>
          <p:cNvPr id="70" name="Google Shape;70;p8"/>
          <p:cNvPicPr preferRelativeResize="0"/>
          <p:nvPr/>
        </p:nvPicPr>
        <p:blipFill>
          <a:blip r:embed="rId3">
            <a:alphaModFix/>
          </a:blip>
          <a:stretch>
            <a:fillRect/>
          </a:stretch>
        </p:blipFill>
        <p:spPr>
          <a:xfrm>
            <a:off x="1240691" y="141341"/>
            <a:ext cx="2424160" cy="883229"/>
          </a:xfrm>
          <a:prstGeom prst="rect">
            <a:avLst/>
          </a:prstGeom>
          <a:noFill/>
          <a:ln>
            <a:noFill/>
          </a:ln>
        </p:spPr>
      </p:pic>
      <p:sp>
        <p:nvSpPr>
          <p:cNvPr id="71" name="Google Shape;71;p8"/>
          <p:cNvSpPr/>
          <p:nvPr/>
        </p:nvSpPr>
        <p:spPr>
          <a:xfrm>
            <a:off x="2724178" y="70595"/>
            <a:ext cx="927000" cy="387000"/>
          </a:xfrm>
          <a:prstGeom prst="rect">
            <a:avLst/>
          </a:prstGeom>
          <a:solidFill>
            <a:srgbClr val="00A1CC"/>
          </a:solidFill>
          <a:ln cap="flat" cmpd="sng" w="9525">
            <a:solidFill>
              <a:srgbClr val="00A1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8"/>
          <p:cNvSpPr txBox="1"/>
          <p:nvPr>
            <p:ph type="title"/>
          </p:nvPr>
        </p:nvSpPr>
        <p:spPr>
          <a:xfrm>
            <a:off x="4610425" y="45350"/>
            <a:ext cx="4474500" cy="883200"/>
          </a:xfrm>
          <a:prstGeom prst="rect">
            <a:avLst/>
          </a:prstGeom>
          <a:noFill/>
          <a:ln>
            <a:noFill/>
          </a:ln>
        </p:spPr>
        <p:txBody>
          <a:bodyPr anchorCtr="0" anchor="ctr" bIns="91425" lIns="91425" spcFirstLastPara="1" rIns="91425" wrap="square" tIns="91425">
            <a:normAutofit/>
          </a:bodyPr>
          <a:lstStyle>
            <a:lvl1pPr lvl="0" algn="ctr">
              <a:spcBef>
                <a:spcPts val="0"/>
              </a:spcBef>
              <a:spcAft>
                <a:spcPts val="0"/>
              </a:spcAft>
              <a:buClr>
                <a:schemeClr val="lt1"/>
              </a:buClr>
              <a:buSzPts val="3100"/>
              <a:buFont typeface="Avenir"/>
              <a:buNone/>
              <a:defRPr b="1" sz="3100">
                <a:solidFill>
                  <a:schemeClr val="lt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73" name="Google Shape;73;p8"/>
          <p:cNvGrpSpPr/>
          <p:nvPr/>
        </p:nvGrpSpPr>
        <p:grpSpPr>
          <a:xfrm>
            <a:off x="725" y="4857450"/>
            <a:ext cx="9144000" cy="305100"/>
            <a:chOff x="0" y="6451200"/>
            <a:chExt cx="12192000" cy="406800"/>
          </a:xfrm>
        </p:grpSpPr>
        <p:sp>
          <p:nvSpPr>
            <p:cNvPr id="74" name="Google Shape;74;p8"/>
            <p:cNvSpPr/>
            <p:nvPr/>
          </p:nvSpPr>
          <p:spPr>
            <a:xfrm>
              <a:off x="0" y="6451200"/>
              <a:ext cx="12192000" cy="406800"/>
            </a:xfrm>
            <a:prstGeom prst="rtTriangle">
              <a:avLst/>
            </a:prstGeom>
            <a:solidFill>
              <a:srgbClr val="00A1CC"/>
            </a:solidFill>
            <a:ln cap="flat" cmpd="sng" w="7150">
              <a:solidFill>
                <a:srgbClr val="00A1C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75" name="Google Shape;75;p8"/>
            <p:cNvSpPr/>
            <p:nvPr/>
          </p:nvSpPr>
          <p:spPr>
            <a:xfrm flipH="1">
              <a:off x="6096000" y="6451200"/>
              <a:ext cx="6096000" cy="406800"/>
            </a:xfrm>
            <a:prstGeom prst="rtTriangle">
              <a:avLst/>
            </a:prstGeom>
            <a:solidFill>
              <a:srgbClr val="193C64"/>
            </a:solidFill>
            <a:ln cap="flat" cmpd="sng" w="7150">
              <a:solidFill>
                <a:srgbClr val="193C64"/>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1">
  <p:cSld name="TEXT_AND_OBJECT_1_1">
    <p:spTree>
      <p:nvGrpSpPr>
        <p:cNvPr id="76" name="Shape 76"/>
        <p:cNvGrpSpPr/>
        <p:nvPr/>
      </p:nvGrpSpPr>
      <p:grpSpPr>
        <a:xfrm>
          <a:off x="0" y="0"/>
          <a:ext cx="0" cy="0"/>
          <a:chOff x="0" y="0"/>
          <a:chExt cx="0" cy="0"/>
        </a:xfrm>
      </p:grpSpPr>
      <p:sp>
        <p:nvSpPr>
          <p:cNvPr id="77" name="Google Shape;77;p9"/>
          <p:cNvSpPr txBox="1"/>
          <p:nvPr>
            <p:ph type="title"/>
          </p:nvPr>
        </p:nvSpPr>
        <p:spPr>
          <a:xfrm>
            <a:off x="0" y="1508125"/>
            <a:ext cx="9144000" cy="2152200"/>
          </a:xfrm>
          <a:prstGeom prst="rect">
            <a:avLst/>
          </a:prstGeom>
          <a:solidFill>
            <a:schemeClr val="lt1"/>
          </a:solidFill>
          <a:ln>
            <a:noFill/>
          </a:ln>
        </p:spPr>
        <p:txBody>
          <a:bodyPr anchorCtr="0" anchor="ctr" bIns="91425" lIns="91425" spcFirstLastPara="1" rIns="91425" wrap="square" tIns="91425">
            <a:noAutofit/>
          </a:bodyPr>
          <a:lstStyle>
            <a:lvl1pPr lvl="0" algn="ctr">
              <a:spcBef>
                <a:spcPts val="0"/>
              </a:spcBef>
              <a:spcAft>
                <a:spcPts val="0"/>
              </a:spcAft>
              <a:buClr>
                <a:srgbClr val="00A1CC"/>
              </a:buClr>
              <a:buSzPts val="6500"/>
              <a:buFont typeface="Avenir"/>
              <a:buNone/>
              <a:defRPr b="1" sz="6500">
                <a:solidFill>
                  <a:srgbClr val="00A1CC"/>
                </a:solidFill>
                <a:latin typeface="Avenir"/>
                <a:ea typeface="Avenir"/>
                <a:cs typeface="Avenir"/>
                <a:sym typeface="Avenir"/>
              </a:defRPr>
            </a:lvl1pPr>
            <a:lvl2pPr lvl="1" algn="ctr">
              <a:spcBef>
                <a:spcPts val="0"/>
              </a:spcBef>
              <a:spcAft>
                <a:spcPts val="0"/>
              </a:spcAft>
              <a:buSzPts val="1400"/>
              <a:buFont typeface="Avenir"/>
              <a:buNone/>
              <a:defRPr>
                <a:latin typeface="Avenir"/>
                <a:ea typeface="Avenir"/>
                <a:cs typeface="Avenir"/>
                <a:sym typeface="Avenir"/>
              </a:defRPr>
            </a:lvl2pPr>
            <a:lvl3pPr lvl="2" algn="ctr">
              <a:spcBef>
                <a:spcPts val="0"/>
              </a:spcBef>
              <a:spcAft>
                <a:spcPts val="0"/>
              </a:spcAft>
              <a:buSzPts val="1400"/>
              <a:buFont typeface="Avenir"/>
              <a:buNone/>
              <a:defRPr>
                <a:latin typeface="Avenir"/>
                <a:ea typeface="Avenir"/>
                <a:cs typeface="Avenir"/>
                <a:sym typeface="Avenir"/>
              </a:defRPr>
            </a:lvl3pPr>
            <a:lvl4pPr lvl="3" algn="ctr">
              <a:spcBef>
                <a:spcPts val="0"/>
              </a:spcBef>
              <a:spcAft>
                <a:spcPts val="0"/>
              </a:spcAft>
              <a:buSzPts val="1400"/>
              <a:buFont typeface="Avenir"/>
              <a:buNone/>
              <a:defRPr>
                <a:latin typeface="Avenir"/>
                <a:ea typeface="Avenir"/>
                <a:cs typeface="Avenir"/>
                <a:sym typeface="Avenir"/>
              </a:defRPr>
            </a:lvl4pPr>
            <a:lvl5pPr lvl="4" algn="ctr">
              <a:spcBef>
                <a:spcPts val="0"/>
              </a:spcBef>
              <a:spcAft>
                <a:spcPts val="0"/>
              </a:spcAft>
              <a:buSzPts val="1400"/>
              <a:buFont typeface="Avenir"/>
              <a:buNone/>
              <a:defRPr>
                <a:latin typeface="Avenir"/>
                <a:ea typeface="Avenir"/>
                <a:cs typeface="Avenir"/>
                <a:sym typeface="Avenir"/>
              </a:defRPr>
            </a:lvl5pPr>
            <a:lvl6pPr lvl="5" algn="ctr">
              <a:spcBef>
                <a:spcPts val="0"/>
              </a:spcBef>
              <a:spcAft>
                <a:spcPts val="0"/>
              </a:spcAft>
              <a:buSzPts val="1400"/>
              <a:buFont typeface="Avenir"/>
              <a:buNone/>
              <a:defRPr>
                <a:latin typeface="Avenir"/>
                <a:ea typeface="Avenir"/>
                <a:cs typeface="Avenir"/>
                <a:sym typeface="Avenir"/>
              </a:defRPr>
            </a:lvl6pPr>
            <a:lvl7pPr lvl="6" algn="ctr">
              <a:spcBef>
                <a:spcPts val="0"/>
              </a:spcBef>
              <a:spcAft>
                <a:spcPts val="0"/>
              </a:spcAft>
              <a:buSzPts val="1400"/>
              <a:buFont typeface="Avenir"/>
              <a:buNone/>
              <a:defRPr>
                <a:latin typeface="Avenir"/>
                <a:ea typeface="Avenir"/>
                <a:cs typeface="Avenir"/>
                <a:sym typeface="Avenir"/>
              </a:defRPr>
            </a:lvl7pPr>
            <a:lvl8pPr lvl="7" algn="ctr">
              <a:spcBef>
                <a:spcPts val="0"/>
              </a:spcBef>
              <a:spcAft>
                <a:spcPts val="0"/>
              </a:spcAft>
              <a:buSzPts val="1400"/>
              <a:buFont typeface="Avenir"/>
              <a:buNone/>
              <a:defRPr>
                <a:latin typeface="Avenir"/>
                <a:ea typeface="Avenir"/>
                <a:cs typeface="Avenir"/>
                <a:sym typeface="Avenir"/>
              </a:defRPr>
            </a:lvl8pPr>
            <a:lvl9pPr lvl="8" algn="ctr">
              <a:spcBef>
                <a:spcPts val="0"/>
              </a:spcBef>
              <a:spcAft>
                <a:spcPts val="0"/>
              </a:spcAft>
              <a:buSzPts val="1400"/>
              <a:buFont typeface="Avenir"/>
              <a:buNone/>
              <a:defRPr>
                <a:latin typeface="Avenir"/>
                <a:ea typeface="Avenir"/>
                <a:cs typeface="Avenir"/>
                <a:sym typeface="Avenir"/>
              </a:defRPr>
            </a:lvl9pPr>
          </a:lstStyle>
          <a:p/>
        </p:txBody>
      </p:sp>
      <p:sp>
        <p:nvSpPr>
          <p:cNvPr id="78" name="Google Shape;78;p9"/>
          <p:cNvSpPr/>
          <p:nvPr/>
        </p:nvSpPr>
        <p:spPr>
          <a:xfrm>
            <a:off x="0" y="0"/>
            <a:ext cx="9144000" cy="1020000"/>
          </a:xfrm>
          <a:prstGeom prst="rect">
            <a:avLst/>
          </a:prstGeom>
          <a:solidFill>
            <a:srgbClr val="00A1CC"/>
          </a:solidFill>
          <a:ln cap="flat" cmpd="sng" w="9525">
            <a:solidFill>
              <a:srgbClr val="00A1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9" name="Google Shape;79;p9" title="07-25 PDI Assets (Screen)9.png"/>
          <p:cNvPicPr preferRelativeResize="0"/>
          <p:nvPr/>
        </p:nvPicPr>
        <p:blipFill rotWithShape="1">
          <a:blip r:embed="rId2">
            <a:alphaModFix/>
          </a:blip>
          <a:srcRect b="6760" l="0" r="0" t="0"/>
          <a:stretch/>
        </p:blipFill>
        <p:spPr>
          <a:xfrm>
            <a:off x="17661" y="70599"/>
            <a:ext cx="1815672" cy="952236"/>
          </a:xfrm>
          <a:prstGeom prst="rect">
            <a:avLst/>
          </a:prstGeom>
          <a:noFill/>
          <a:ln>
            <a:noFill/>
          </a:ln>
        </p:spPr>
      </p:pic>
      <p:pic>
        <p:nvPicPr>
          <p:cNvPr id="80" name="Google Shape;80;p9"/>
          <p:cNvPicPr preferRelativeResize="0"/>
          <p:nvPr/>
        </p:nvPicPr>
        <p:blipFill>
          <a:blip r:embed="rId3">
            <a:alphaModFix/>
          </a:blip>
          <a:stretch>
            <a:fillRect/>
          </a:stretch>
        </p:blipFill>
        <p:spPr>
          <a:xfrm>
            <a:off x="1240691" y="140497"/>
            <a:ext cx="2424160" cy="883229"/>
          </a:xfrm>
          <a:prstGeom prst="rect">
            <a:avLst/>
          </a:prstGeom>
          <a:noFill/>
          <a:ln>
            <a:noFill/>
          </a:ln>
        </p:spPr>
      </p:pic>
      <p:sp>
        <p:nvSpPr>
          <p:cNvPr id="81" name="Google Shape;81;p9"/>
          <p:cNvSpPr/>
          <p:nvPr/>
        </p:nvSpPr>
        <p:spPr>
          <a:xfrm>
            <a:off x="2724178" y="70595"/>
            <a:ext cx="927000" cy="387000"/>
          </a:xfrm>
          <a:prstGeom prst="rect">
            <a:avLst/>
          </a:prstGeom>
          <a:solidFill>
            <a:srgbClr val="00A1CC"/>
          </a:solidFill>
          <a:ln cap="flat" cmpd="sng" w="9525">
            <a:solidFill>
              <a:srgbClr val="00A1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9"/>
          <p:cNvSpPr txBox="1"/>
          <p:nvPr>
            <p:ph idx="2" type="title"/>
          </p:nvPr>
        </p:nvSpPr>
        <p:spPr>
          <a:xfrm>
            <a:off x="4610425" y="45350"/>
            <a:ext cx="4474500" cy="883200"/>
          </a:xfrm>
          <a:prstGeom prst="rect">
            <a:avLst/>
          </a:prstGeom>
          <a:noFill/>
          <a:ln>
            <a:noFill/>
          </a:ln>
        </p:spPr>
        <p:txBody>
          <a:bodyPr anchorCtr="0" anchor="ctr" bIns="91425" lIns="91425" spcFirstLastPara="1" rIns="91425" wrap="square" tIns="91425">
            <a:normAutofit/>
          </a:bodyPr>
          <a:lstStyle>
            <a:lvl1pPr lvl="0" algn="ctr">
              <a:spcBef>
                <a:spcPts val="0"/>
              </a:spcBef>
              <a:spcAft>
                <a:spcPts val="0"/>
              </a:spcAft>
              <a:buClr>
                <a:schemeClr val="lt1"/>
              </a:buClr>
              <a:buSzPts val="3100"/>
              <a:buFont typeface="Avenir"/>
              <a:buNone/>
              <a:defRPr b="1" sz="3100">
                <a:solidFill>
                  <a:schemeClr val="lt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83" name="Google Shape;83;p9"/>
          <p:cNvGrpSpPr/>
          <p:nvPr/>
        </p:nvGrpSpPr>
        <p:grpSpPr>
          <a:xfrm>
            <a:off x="725" y="4857450"/>
            <a:ext cx="9144000" cy="305100"/>
            <a:chOff x="0" y="6451200"/>
            <a:chExt cx="12192000" cy="406800"/>
          </a:xfrm>
        </p:grpSpPr>
        <p:sp>
          <p:nvSpPr>
            <p:cNvPr id="84" name="Google Shape;84;p9"/>
            <p:cNvSpPr/>
            <p:nvPr/>
          </p:nvSpPr>
          <p:spPr>
            <a:xfrm>
              <a:off x="0" y="6451200"/>
              <a:ext cx="12192000" cy="406800"/>
            </a:xfrm>
            <a:prstGeom prst="rtTriangle">
              <a:avLst/>
            </a:prstGeom>
            <a:solidFill>
              <a:srgbClr val="00A1CC"/>
            </a:solidFill>
            <a:ln cap="flat" cmpd="sng" w="7150">
              <a:solidFill>
                <a:srgbClr val="00A1C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85" name="Google Shape;85;p9"/>
            <p:cNvSpPr/>
            <p:nvPr/>
          </p:nvSpPr>
          <p:spPr>
            <a:xfrm flipH="1">
              <a:off x="6096000" y="6451200"/>
              <a:ext cx="6096000" cy="406800"/>
            </a:xfrm>
            <a:prstGeom prst="rtTriangle">
              <a:avLst/>
            </a:prstGeom>
            <a:solidFill>
              <a:srgbClr val="193C64"/>
            </a:solidFill>
            <a:ln cap="flat" cmpd="sng" w="7150">
              <a:solidFill>
                <a:srgbClr val="193C64"/>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Content">
  <p:cSld name="CUSTOM_1_1_1_1_1">
    <p:spTree>
      <p:nvGrpSpPr>
        <p:cNvPr id="86" name="Shape 86"/>
        <p:cNvGrpSpPr/>
        <p:nvPr/>
      </p:nvGrpSpPr>
      <p:grpSpPr>
        <a:xfrm>
          <a:off x="0" y="0"/>
          <a:ext cx="0" cy="0"/>
          <a:chOff x="0" y="0"/>
          <a:chExt cx="0" cy="0"/>
        </a:xfrm>
      </p:grpSpPr>
      <p:grpSp>
        <p:nvGrpSpPr>
          <p:cNvPr id="87" name="Google Shape;87;p10"/>
          <p:cNvGrpSpPr/>
          <p:nvPr/>
        </p:nvGrpSpPr>
        <p:grpSpPr>
          <a:xfrm>
            <a:off x="0" y="4849078"/>
            <a:ext cx="9144000" cy="305100"/>
            <a:chOff x="0" y="6451200"/>
            <a:chExt cx="12192000" cy="406800"/>
          </a:xfrm>
        </p:grpSpPr>
        <p:sp>
          <p:nvSpPr>
            <p:cNvPr id="88" name="Google Shape;88;p10"/>
            <p:cNvSpPr/>
            <p:nvPr/>
          </p:nvSpPr>
          <p:spPr>
            <a:xfrm>
              <a:off x="0" y="6451200"/>
              <a:ext cx="12192000" cy="406800"/>
            </a:xfrm>
            <a:prstGeom prst="rtTriangle">
              <a:avLst/>
            </a:prstGeom>
            <a:solidFill>
              <a:srgbClr val="93C47D"/>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89" name="Google Shape;89;p10"/>
            <p:cNvSpPr/>
            <p:nvPr/>
          </p:nvSpPr>
          <p:spPr>
            <a:xfrm flipH="1">
              <a:off x="6096000" y="6451200"/>
              <a:ext cx="6096000" cy="406800"/>
            </a:xfrm>
            <a:prstGeom prst="rtTriangle">
              <a:avLst/>
            </a:prstGeom>
            <a:solidFill>
              <a:srgbClr val="38761D"/>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grpSp>
      <p:sp>
        <p:nvSpPr>
          <p:cNvPr id="90" name="Google Shape;90;p10"/>
          <p:cNvSpPr txBox="1"/>
          <p:nvPr>
            <p:ph type="title"/>
          </p:nvPr>
        </p:nvSpPr>
        <p:spPr>
          <a:xfrm>
            <a:off x="0" y="0"/>
            <a:ext cx="9144000" cy="715500"/>
          </a:xfrm>
          <a:prstGeom prst="rect">
            <a:avLst/>
          </a:prstGeom>
          <a:solidFill>
            <a:srgbClr val="93C47D"/>
          </a:solidFill>
          <a:ln>
            <a:noFill/>
          </a:ln>
        </p:spPr>
        <p:txBody>
          <a:bodyPr anchorCtr="0" anchor="ctr" bIns="91425" lIns="91425" spcFirstLastPara="1" rIns="91425" wrap="square" tIns="91425">
            <a:normAutofit/>
          </a:bodyPr>
          <a:lstStyle>
            <a:lvl1pPr lvl="0" algn="ctr">
              <a:spcBef>
                <a:spcPts val="0"/>
              </a:spcBef>
              <a:spcAft>
                <a:spcPts val="0"/>
              </a:spcAft>
              <a:buClr>
                <a:schemeClr val="lt1"/>
              </a:buClr>
              <a:buSzPts val="2700"/>
              <a:buFont typeface="Avenir"/>
              <a:buNone/>
              <a:defRPr b="1" sz="2700">
                <a:solidFill>
                  <a:schemeClr val="lt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0"/>
          <p:cNvSpPr txBox="1"/>
          <p:nvPr>
            <p:ph idx="1" type="body"/>
          </p:nvPr>
        </p:nvSpPr>
        <p:spPr>
          <a:xfrm>
            <a:off x="175800" y="878700"/>
            <a:ext cx="8792400" cy="3796500"/>
          </a:xfrm>
          <a:prstGeom prst="rect">
            <a:avLst/>
          </a:prstGeom>
          <a:noFill/>
          <a:ln>
            <a:noFill/>
          </a:ln>
        </p:spPr>
        <p:txBody>
          <a:bodyPr anchorCtr="0" anchor="t" bIns="91425" lIns="91425" spcFirstLastPara="1" rIns="91425" wrap="square" tIns="91425">
            <a:noAutofit/>
          </a:bodyPr>
          <a:lstStyle>
            <a:lvl1pPr indent="-361950" lvl="0" marL="457200">
              <a:spcBef>
                <a:spcPts val="0"/>
              </a:spcBef>
              <a:spcAft>
                <a:spcPts val="0"/>
              </a:spcAft>
              <a:buSzPts val="2100"/>
              <a:buFont typeface="Avenir"/>
              <a:buChar char="●"/>
              <a:defRPr sz="2100">
                <a:latin typeface="Avenir"/>
                <a:ea typeface="Avenir"/>
                <a:cs typeface="Avenir"/>
                <a:sym typeface="Avenir"/>
              </a:defRPr>
            </a:lvl1pPr>
            <a:lvl2pPr indent="-349250" lvl="1" marL="914400">
              <a:spcBef>
                <a:spcPts val="0"/>
              </a:spcBef>
              <a:spcAft>
                <a:spcPts val="0"/>
              </a:spcAft>
              <a:buSzPts val="1900"/>
              <a:buFont typeface="Avenir"/>
              <a:buChar char="○"/>
              <a:defRPr sz="1900">
                <a:latin typeface="Avenir"/>
                <a:ea typeface="Avenir"/>
                <a:cs typeface="Avenir"/>
                <a:sym typeface="Avenir"/>
              </a:defRPr>
            </a:lvl2pPr>
            <a:lvl3pPr indent="-317500" lvl="2" marL="1371600">
              <a:spcBef>
                <a:spcPts val="0"/>
              </a:spcBef>
              <a:spcAft>
                <a:spcPts val="0"/>
              </a:spcAft>
              <a:buSzPts val="1400"/>
              <a:buFont typeface="Avenir"/>
              <a:buChar char="■"/>
              <a:defRPr>
                <a:latin typeface="Avenir"/>
                <a:ea typeface="Avenir"/>
                <a:cs typeface="Avenir"/>
                <a:sym typeface="Avenir"/>
              </a:defRPr>
            </a:lvl3pPr>
            <a:lvl4pPr indent="-317500" lvl="3" marL="1828800">
              <a:spcBef>
                <a:spcPts val="0"/>
              </a:spcBef>
              <a:spcAft>
                <a:spcPts val="0"/>
              </a:spcAft>
              <a:buSzPts val="1400"/>
              <a:buFont typeface="Avenir"/>
              <a:buChar char="●"/>
              <a:defRPr>
                <a:latin typeface="Avenir"/>
                <a:ea typeface="Avenir"/>
                <a:cs typeface="Avenir"/>
                <a:sym typeface="Avenir"/>
              </a:defRPr>
            </a:lvl4pPr>
            <a:lvl5pPr indent="-317500" lvl="4" marL="2286000">
              <a:spcBef>
                <a:spcPts val="0"/>
              </a:spcBef>
              <a:spcAft>
                <a:spcPts val="0"/>
              </a:spcAft>
              <a:buSzPts val="1400"/>
              <a:buFont typeface="Avenir"/>
              <a:buChar char="○"/>
              <a:defRPr>
                <a:latin typeface="Avenir"/>
                <a:ea typeface="Avenir"/>
                <a:cs typeface="Avenir"/>
                <a:sym typeface="Avenir"/>
              </a:defRPr>
            </a:lvl5pPr>
            <a:lvl6pPr indent="-317500" lvl="5" marL="2743200">
              <a:spcBef>
                <a:spcPts val="0"/>
              </a:spcBef>
              <a:spcAft>
                <a:spcPts val="0"/>
              </a:spcAft>
              <a:buSzPts val="1400"/>
              <a:buFont typeface="Avenir"/>
              <a:buChar char="■"/>
              <a:defRPr>
                <a:latin typeface="Avenir"/>
                <a:ea typeface="Avenir"/>
                <a:cs typeface="Avenir"/>
                <a:sym typeface="Avenir"/>
              </a:defRPr>
            </a:lvl6pPr>
            <a:lvl7pPr indent="-317500" lvl="6" marL="3200400">
              <a:spcBef>
                <a:spcPts val="0"/>
              </a:spcBef>
              <a:spcAft>
                <a:spcPts val="0"/>
              </a:spcAft>
              <a:buSzPts val="1400"/>
              <a:buFont typeface="Avenir"/>
              <a:buChar char="●"/>
              <a:defRPr>
                <a:latin typeface="Avenir"/>
                <a:ea typeface="Avenir"/>
                <a:cs typeface="Avenir"/>
                <a:sym typeface="Avenir"/>
              </a:defRPr>
            </a:lvl7pPr>
            <a:lvl8pPr indent="-317500" lvl="7" marL="3657600">
              <a:spcBef>
                <a:spcPts val="0"/>
              </a:spcBef>
              <a:spcAft>
                <a:spcPts val="0"/>
              </a:spcAft>
              <a:buSzPts val="1400"/>
              <a:buFont typeface="Avenir"/>
              <a:buChar char="○"/>
              <a:defRPr>
                <a:latin typeface="Avenir"/>
                <a:ea typeface="Avenir"/>
                <a:cs typeface="Avenir"/>
                <a:sym typeface="Avenir"/>
              </a:defRPr>
            </a:lvl8pPr>
            <a:lvl9pPr indent="-317500" lvl="8" marL="4114800">
              <a:spcBef>
                <a:spcPts val="0"/>
              </a:spcBef>
              <a:spcAft>
                <a:spcPts val="0"/>
              </a:spcAft>
              <a:buSzPts val="1400"/>
              <a:buFont typeface="Avenir"/>
              <a:buChar char="■"/>
              <a:defRPr>
                <a:latin typeface="Avenir"/>
                <a:ea typeface="Avenir"/>
                <a:cs typeface="Avenir"/>
                <a:sym typeface="Aveni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ellow Content">
  <p:cSld name="CUSTOM_1_1_1_1_1_1">
    <p:spTree>
      <p:nvGrpSpPr>
        <p:cNvPr id="92" name="Shape 92"/>
        <p:cNvGrpSpPr/>
        <p:nvPr/>
      </p:nvGrpSpPr>
      <p:grpSpPr>
        <a:xfrm>
          <a:off x="0" y="0"/>
          <a:ext cx="0" cy="0"/>
          <a:chOff x="0" y="0"/>
          <a:chExt cx="0" cy="0"/>
        </a:xfrm>
      </p:grpSpPr>
      <p:grpSp>
        <p:nvGrpSpPr>
          <p:cNvPr id="93" name="Google Shape;93;p11"/>
          <p:cNvGrpSpPr/>
          <p:nvPr/>
        </p:nvGrpSpPr>
        <p:grpSpPr>
          <a:xfrm>
            <a:off x="0" y="4838400"/>
            <a:ext cx="9144000" cy="305100"/>
            <a:chOff x="0" y="6451200"/>
            <a:chExt cx="12192000" cy="406800"/>
          </a:xfrm>
        </p:grpSpPr>
        <p:sp>
          <p:nvSpPr>
            <p:cNvPr id="94" name="Google Shape;94;p11"/>
            <p:cNvSpPr/>
            <p:nvPr/>
          </p:nvSpPr>
          <p:spPr>
            <a:xfrm>
              <a:off x="0" y="6451200"/>
              <a:ext cx="12192000" cy="406800"/>
            </a:xfrm>
            <a:prstGeom prst="rtTriangle">
              <a:avLst/>
            </a:prstGeom>
            <a:solidFill>
              <a:srgbClr val="FCDF00"/>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95" name="Google Shape;95;p11"/>
            <p:cNvSpPr/>
            <p:nvPr/>
          </p:nvSpPr>
          <p:spPr>
            <a:xfrm flipH="1">
              <a:off x="6096000" y="6451200"/>
              <a:ext cx="6096000" cy="406800"/>
            </a:xfrm>
            <a:prstGeom prst="rtTriangle">
              <a:avLst/>
            </a:prstGeom>
            <a:solidFill>
              <a:srgbClr val="FFC000"/>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grpSp>
      <p:sp>
        <p:nvSpPr>
          <p:cNvPr id="96" name="Google Shape;96;p11"/>
          <p:cNvSpPr txBox="1"/>
          <p:nvPr>
            <p:ph type="title"/>
          </p:nvPr>
        </p:nvSpPr>
        <p:spPr>
          <a:xfrm>
            <a:off x="0" y="0"/>
            <a:ext cx="9144000" cy="715500"/>
          </a:xfrm>
          <a:prstGeom prst="rect">
            <a:avLst/>
          </a:prstGeom>
          <a:solidFill>
            <a:srgbClr val="FFC000"/>
          </a:solidFill>
          <a:ln>
            <a:noFill/>
          </a:ln>
        </p:spPr>
        <p:txBody>
          <a:bodyPr anchorCtr="0" anchor="ctr" bIns="91425" lIns="91425" spcFirstLastPara="1" rIns="91425" wrap="square" tIns="91425">
            <a:normAutofit/>
          </a:bodyPr>
          <a:lstStyle>
            <a:lvl1pPr lvl="0" algn="ctr">
              <a:spcBef>
                <a:spcPts val="0"/>
              </a:spcBef>
              <a:spcAft>
                <a:spcPts val="0"/>
              </a:spcAft>
              <a:buClr>
                <a:schemeClr val="lt1"/>
              </a:buClr>
              <a:buSzPts val="2700"/>
              <a:buFont typeface="Avenir"/>
              <a:buNone/>
              <a:defRPr b="1" sz="2700">
                <a:solidFill>
                  <a:schemeClr val="lt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a:off x="175800" y="878700"/>
            <a:ext cx="8792400" cy="3796500"/>
          </a:xfrm>
          <a:prstGeom prst="rect">
            <a:avLst/>
          </a:prstGeom>
          <a:noFill/>
          <a:ln>
            <a:noFill/>
          </a:ln>
        </p:spPr>
        <p:txBody>
          <a:bodyPr anchorCtr="0" anchor="t" bIns="91425" lIns="91425" spcFirstLastPara="1" rIns="91425" wrap="square" tIns="91425">
            <a:noAutofit/>
          </a:bodyPr>
          <a:lstStyle>
            <a:lvl1pPr indent="-361950" lvl="0" marL="457200">
              <a:spcBef>
                <a:spcPts val="0"/>
              </a:spcBef>
              <a:spcAft>
                <a:spcPts val="0"/>
              </a:spcAft>
              <a:buSzPts val="2100"/>
              <a:buFont typeface="Avenir"/>
              <a:buChar char="●"/>
              <a:defRPr sz="2100">
                <a:latin typeface="Avenir"/>
                <a:ea typeface="Avenir"/>
                <a:cs typeface="Avenir"/>
                <a:sym typeface="Avenir"/>
              </a:defRPr>
            </a:lvl1pPr>
            <a:lvl2pPr indent="-349250" lvl="1" marL="914400">
              <a:spcBef>
                <a:spcPts val="0"/>
              </a:spcBef>
              <a:spcAft>
                <a:spcPts val="0"/>
              </a:spcAft>
              <a:buSzPts val="1900"/>
              <a:buFont typeface="Avenir"/>
              <a:buChar char="○"/>
              <a:defRPr sz="1900">
                <a:latin typeface="Avenir"/>
                <a:ea typeface="Avenir"/>
                <a:cs typeface="Avenir"/>
                <a:sym typeface="Avenir"/>
              </a:defRPr>
            </a:lvl2pPr>
            <a:lvl3pPr indent="-317500" lvl="2" marL="1371600">
              <a:spcBef>
                <a:spcPts val="0"/>
              </a:spcBef>
              <a:spcAft>
                <a:spcPts val="0"/>
              </a:spcAft>
              <a:buSzPts val="1400"/>
              <a:buFont typeface="Avenir"/>
              <a:buChar char="■"/>
              <a:defRPr>
                <a:latin typeface="Avenir"/>
                <a:ea typeface="Avenir"/>
                <a:cs typeface="Avenir"/>
                <a:sym typeface="Avenir"/>
              </a:defRPr>
            </a:lvl3pPr>
            <a:lvl4pPr indent="-317500" lvl="3" marL="1828800">
              <a:spcBef>
                <a:spcPts val="0"/>
              </a:spcBef>
              <a:spcAft>
                <a:spcPts val="0"/>
              </a:spcAft>
              <a:buSzPts val="1400"/>
              <a:buFont typeface="Avenir"/>
              <a:buChar char="●"/>
              <a:defRPr>
                <a:latin typeface="Avenir"/>
                <a:ea typeface="Avenir"/>
                <a:cs typeface="Avenir"/>
                <a:sym typeface="Avenir"/>
              </a:defRPr>
            </a:lvl4pPr>
            <a:lvl5pPr indent="-317500" lvl="4" marL="2286000">
              <a:spcBef>
                <a:spcPts val="0"/>
              </a:spcBef>
              <a:spcAft>
                <a:spcPts val="0"/>
              </a:spcAft>
              <a:buSzPts val="1400"/>
              <a:buFont typeface="Avenir"/>
              <a:buChar char="○"/>
              <a:defRPr>
                <a:latin typeface="Avenir"/>
                <a:ea typeface="Avenir"/>
                <a:cs typeface="Avenir"/>
                <a:sym typeface="Avenir"/>
              </a:defRPr>
            </a:lvl5pPr>
            <a:lvl6pPr indent="-317500" lvl="5" marL="2743200">
              <a:spcBef>
                <a:spcPts val="0"/>
              </a:spcBef>
              <a:spcAft>
                <a:spcPts val="0"/>
              </a:spcAft>
              <a:buSzPts val="1400"/>
              <a:buFont typeface="Avenir"/>
              <a:buChar char="■"/>
              <a:defRPr>
                <a:latin typeface="Avenir"/>
                <a:ea typeface="Avenir"/>
                <a:cs typeface="Avenir"/>
                <a:sym typeface="Avenir"/>
              </a:defRPr>
            </a:lvl6pPr>
            <a:lvl7pPr indent="-317500" lvl="6" marL="3200400">
              <a:spcBef>
                <a:spcPts val="0"/>
              </a:spcBef>
              <a:spcAft>
                <a:spcPts val="0"/>
              </a:spcAft>
              <a:buSzPts val="1400"/>
              <a:buFont typeface="Avenir"/>
              <a:buChar char="●"/>
              <a:defRPr>
                <a:latin typeface="Avenir"/>
                <a:ea typeface="Avenir"/>
                <a:cs typeface="Avenir"/>
                <a:sym typeface="Avenir"/>
              </a:defRPr>
            </a:lvl7pPr>
            <a:lvl8pPr indent="-317500" lvl="7" marL="3657600">
              <a:spcBef>
                <a:spcPts val="0"/>
              </a:spcBef>
              <a:spcAft>
                <a:spcPts val="0"/>
              </a:spcAft>
              <a:buSzPts val="1400"/>
              <a:buFont typeface="Avenir"/>
              <a:buChar char="○"/>
              <a:defRPr>
                <a:latin typeface="Avenir"/>
                <a:ea typeface="Avenir"/>
                <a:cs typeface="Avenir"/>
                <a:sym typeface="Avenir"/>
              </a:defRPr>
            </a:lvl8pPr>
            <a:lvl9pPr indent="-317500" lvl="8" marL="4114800">
              <a:spcBef>
                <a:spcPts val="0"/>
              </a:spcBef>
              <a:spcAft>
                <a:spcPts val="0"/>
              </a:spcAft>
              <a:buSzPts val="1400"/>
              <a:buFont typeface="Avenir"/>
              <a:buChar char="■"/>
              <a:defRPr>
                <a:latin typeface="Avenir"/>
                <a:ea typeface="Avenir"/>
                <a:cs typeface="Avenir"/>
                <a:sym typeface="Aveni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nk Content">
  <p:cSld name="CUSTOM_1_1_1_1_1_1_2">
    <p:spTree>
      <p:nvGrpSpPr>
        <p:cNvPr id="98" name="Shape 98"/>
        <p:cNvGrpSpPr/>
        <p:nvPr/>
      </p:nvGrpSpPr>
      <p:grpSpPr>
        <a:xfrm>
          <a:off x="0" y="0"/>
          <a:ext cx="0" cy="0"/>
          <a:chOff x="0" y="0"/>
          <a:chExt cx="0" cy="0"/>
        </a:xfrm>
      </p:grpSpPr>
      <p:grpSp>
        <p:nvGrpSpPr>
          <p:cNvPr id="99" name="Google Shape;99;p12"/>
          <p:cNvGrpSpPr/>
          <p:nvPr/>
        </p:nvGrpSpPr>
        <p:grpSpPr>
          <a:xfrm>
            <a:off x="0" y="4844150"/>
            <a:ext cx="9154973" cy="305100"/>
            <a:chOff x="0" y="6451200"/>
            <a:chExt cx="12192000" cy="406800"/>
          </a:xfrm>
        </p:grpSpPr>
        <p:sp>
          <p:nvSpPr>
            <p:cNvPr id="100" name="Google Shape;100;p12"/>
            <p:cNvSpPr/>
            <p:nvPr/>
          </p:nvSpPr>
          <p:spPr>
            <a:xfrm>
              <a:off x="0" y="6451200"/>
              <a:ext cx="12192000" cy="406800"/>
            </a:xfrm>
            <a:prstGeom prst="rtTriangle">
              <a:avLst/>
            </a:prstGeom>
            <a:solidFill>
              <a:srgbClr val="EAD1DC"/>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01" name="Google Shape;101;p12"/>
            <p:cNvSpPr/>
            <p:nvPr/>
          </p:nvSpPr>
          <p:spPr>
            <a:xfrm flipH="1">
              <a:off x="6096000" y="6451200"/>
              <a:ext cx="6096000" cy="406800"/>
            </a:xfrm>
            <a:prstGeom prst="rtTriangle">
              <a:avLst/>
            </a:prstGeom>
            <a:solidFill>
              <a:srgbClr val="C27BA0"/>
            </a:solidFill>
            <a:ln>
              <a:noFill/>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grpSp>
      <p:sp>
        <p:nvSpPr>
          <p:cNvPr id="102" name="Google Shape;102;p12"/>
          <p:cNvSpPr txBox="1"/>
          <p:nvPr>
            <p:ph type="title"/>
          </p:nvPr>
        </p:nvSpPr>
        <p:spPr>
          <a:xfrm>
            <a:off x="0" y="0"/>
            <a:ext cx="9144000" cy="715500"/>
          </a:xfrm>
          <a:prstGeom prst="rect">
            <a:avLst/>
          </a:prstGeom>
          <a:solidFill>
            <a:srgbClr val="C27BA0"/>
          </a:solidFill>
          <a:ln>
            <a:noFill/>
          </a:ln>
        </p:spPr>
        <p:txBody>
          <a:bodyPr anchorCtr="0" anchor="ctr" bIns="91425" lIns="91425" spcFirstLastPara="1" rIns="91425" wrap="square" tIns="91425">
            <a:normAutofit/>
          </a:bodyPr>
          <a:lstStyle>
            <a:lvl1pPr lvl="0" algn="ctr">
              <a:spcBef>
                <a:spcPts val="0"/>
              </a:spcBef>
              <a:spcAft>
                <a:spcPts val="0"/>
              </a:spcAft>
              <a:buClr>
                <a:schemeClr val="lt1"/>
              </a:buClr>
              <a:buSzPts val="2700"/>
              <a:buFont typeface="Avenir"/>
              <a:buNone/>
              <a:defRPr b="1" sz="2700">
                <a:solidFill>
                  <a:schemeClr val="lt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12"/>
          <p:cNvSpPr txBox="1"/>
          <p:nvPr>
            <p:ph idx="1" type="body"/>
          </p:nvPr>
        </p:nvSpPr>
        <p:spPr>
          <a:xfrm>
            <a:off x="175800" y="878700"/>
            <a:ext cx="8792400" cy="3796500"/>
          </a:xfrm>
          <a:prstGeom prst="rect">
            <a:avLst/>
          </a:prstGeom>
          <a:noFill/>
          <a:ln>
            <a:noFill/>
          </a:ln>
        </p:spPr>
        <p:txBody>
          <a:bodyPr anchorCtr="0" anchor="t" bIns="91425" lIns="91425" spcFirstLastPara="1" rIns="91425" wrap="square" tIns="91425">
            <a:noAutofit/>
          </a:bodyPr>
          <a:lstStyle>
            <a:lvl1pPr indent="-361950" lvl="0" marL="457200">
              <a:spcBef>
                <a:spcPts val="0"/>
              </a:spcBef>
              <a:spcAft>
                <a:spcPts val="0"/>
              </a:spcAft>
              <a:buSzPts val="2100"/>
              <a:buFont typeface="Avenir"/>
              <a:buChar char="●"/>
              <a:defRPr sz="2100">
                <a:latin typeface="Avenir"/>
                <a:ea typeface="Avenir"/>
                <a:cs typeface="Avenir"/>
                <a:sym typeface="Avenir"/>
              </a:defRPr>
            </a:lvl1pPr>
            <a:lvl2pPr indent="-349250" lvl="1" marL="914400">
              <a:spcBef>
                <a:spcPts val="0"/>
              </a:spcBef>
              <a:spcAft>
                <a:spcPts val="0"/>
              </a:spcAft>
              <a:buSzPts val="1900"/>
              <a:buFont typeface="Avenir"/>
              <a:buChar char="○"/>
              <a:defRPr sz="1900">
                <a:latin typeface="Avenir"/>
                <a:ea typeface="Avenir"/>
                <a:cs typeface="Avenir"/>
                <a:sym typeface="Avenir"/>
              </a:defRPr>
            </a:lvl2pPr>
            <a:lvl3pPr indent="-317500" lvl="2" marL="1371600">
              <a:spcBef>
                <a:spcPts val="0"/>
              </a:spcBef>
              <a:spcAft>
                <a:spcPts val="0"/>
              </a:spcAft>
              <a:buSzPts val="1400"/>
              <a:buFont typeface="Avenir"/>
              <a:buChar char="■"/>
              <a:defRPr>
                <a:latin typeface="Avenir"/>
                <a:ea typeface="Avenir"/>
                <a:cs typeface="Avenir"/>
                <a:sym typeface="Avenir"/>
              </a:defRPr>
            </a:lvl3pPr>
            <a:lvl4pPr indent="-317500" lvl="3" marL="1828800">
              <a:spcBef>
                <a:spcPts val="0"/>
              </a:spcBef>
              <a:spcAft>
                <a:spcPts val="0"/>
              </a:spcAft>
              <a:buSzPts val="1400"/>
              <a:buFont typeface="Avenir"/>
              <a:buChar char="●"/>
              <a:defRPr>
                <a:latin typeface="Avenir"/>
                <a:ea typeface="Avenir"/>
                <a:cs typeface="Avenir"/>
                <a:sym typeface="Avenir"/>
              </a:defRPr>
            </a:lvl4pPr>
            <a:lvl5pPr indent="-317500" lvl="4" marL="2286000">
              <a:spcBef>
                <a:spcPts val="0"/>
              </a:spcBef>
              <a:spcAft>
                <a:spcPts val="0"/>
              </a:spcAft>
              <a:buSzPts val="1400"/>
              <a:buFont typeface="Avenir"/>
              <a:buChar char="○"/>
              <a:defRPr>
                <a:latin typeface="Avenir"/>
                <a:ea typeface="Avenir"/>
                <a:cs typeface="Avenir"/>
                <a:sym typeface="Avenir"/>
              </a:defRPr>
            </a:lvl5pPr>
            <a:lvl6pPr indent="-317500" lvl="5" marL="2743200">
              <a:spcBef>
                <a:spcPts val="0"/>
              </a:spcBef>
              <a:spcAft>
                <a:spcPts val="0"/>
              </a:spcAft>
              <a:buSzPts val="1400"/>
              <a:buFont typeface="Avenir"/>
              <a:buChar char="■"/>
              <a:defRPr>
                <a:latin typeface="Avenir"/>
                <a:ea typeface="Avenir"/>
                <a:cs typeface="Avenir"/>
                <a:sym typeface="Avenir"/>
              </a:defRPr>
            </a:lvl6pPr>
            <a:lvl7pPr indent="-317500" lvl="6" marL="3200400">
              <a:spcBef>
                <a:spcPts val="0"/>
              </a:spcBef>
              <a:spcAft>
                <a:spcPts val="0"/>
              </a:spcAft>
              <a:buSzPts val="1400"/>
              <a:buFont typeface="Avenir"/>
              <a:buChar char="●"/>
              <a:defRPr>
                <a:latin typeface="Avenir"/>
                <a:ea typeface="Avenir"/>
                <a:cs typeface="Avenir"/>
                <a:sym typeface="Avenir"/>
              </a:defRPr>
            </a:lvl7pPr>
            <a:lvl8pPr indent="-317500" lvl="7" marL="3657600">
              <a:spcBef>
                <a:spcPts val="0"/>
              </a:spcBef>
              <a:spcAft>
                <a:spcPts val="0"/>
              </a:spcAft>
              <a:buSzPts val="1400"/>
              <a:buFont typeface="Avenir"/>
              <a:buChar char="○"/>
              <a:defRPr>
                <a:latin typeface="Avenir"/>
                <a:ea typeface="Avenir"/>
                <a:cs typeface="Avenir"/>
                <a:sym typeface="Avenir"/>
              </a:defRPr>
            </a:lvl8pPr>
            <a:lvl9pPr indent="-317500" lvl="8" marL="4114800">
              <a:spcBef>
                <a:spcPts val="0"/>
              </a:spcBef>
              <a:spcAft>
                <a:spcPts val="0"/>
              </a:spcAft>
              <a:buSzPts val="1400"/>
              <a:buFont typeface="Avenir"/>
              <a:buChar char="■"/>
              <a:defRPr>
                <a:latin typeface="Avenir"/>
                <a:ea typeface="Avenir"/>
                <a:cs typeface="Avenir"/>
                <a:sym typeface="Aveni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1 Content">
  <p:cSld name="CUSTOM_1_1_1_1_1_1_1">
    <p:spTree>
      <p:nvGrpSpPr>
        <p:cNvPr id="104" name="Shape 104"/>
        <p:cNvGrpSpPr/>
        <p:nvPr/>
      </p:nvGrpSpPr>
      <p:grpSpPr>
        <a:xfrm>
          <a:off x="0" y="0"/>
          <a:ext cx="0" cy="0"/>
          <a:chOff x="0" y="0"/>
          <a:chExt cx="0" cy="0"/>
        </a:xfrm>
      </p:grpSpPr>
      <p:sp>
        <p:nvSpPr>
          <p:cNvPr id="105" name="Google Shape;105;p13"/>
          <p:cNvSpPr txBox="1"/>
          <p:nvPr>
            <p:ph type="title"/>
          </p:nvPr>
        </p:nvSpPr>
        <p:spPr>
          <a:xfrm>
            <a:off x="0" y="0"/>
            <a:ext cx="9144000" cy="715500"/>
          </a:xfrm>
          <a:prstGeom prst="rect">
            <a:avLst/>
          </a:prstGeom>
          <a:solidFill>
            <a:srgbClr val="00A1CC"/>
          </a:solidFill>
          <a:ln>
            <a:noFill/>
          </a:ln>
        </p:spPr>
        <p:txBody>
          <a:bodyPr anchorCtr="0" anchor="ctr" bIns="91425" lIns="91425" spcFirstLastPara="1" rIns="91425" wrap="square" tIns="91425">
            <a:normAutofit/>
          </a:bodyPr>
          <a:lstStyle>
            <a:lvl1pPr lvl="0" algn="ctr">
              <a:spcBef>
                <a:spcPts val="0"/>
              </a:spcBef>
              <a:spcAft>
                <a:spcPts val="0"/>
              </a:spcAft>
              <a:buClr>
                <a:schemeClr val="lt1"/>
              </a:buClr>
              <a:buSzPts val="2700"/>
              <a:buFont typeface="Avenir"/>
              <a:buNone/>
              <a:defRPr b="1" sz="2700">
                <a:solidFill>
                  <a:schemeClr val="lt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3"/>
          <p:cNvSpPr txBox="1"/>
          <p:nvPr>
            <p:ph idx="1" type="body"/>
          </p:nvPr>
        </p:nvSpPr>
        <p:spPr>
          <a:xfrm>
            <a:off x="175800" y="878700"/>
            <a:ext cx="8792400" cy="3796500"/>
          </a:xfrm>
          <a:prstGeom prst="rect">
            <a:avLst/>
          </a:prstGeom>
          <a:noFill/>
          <a:ln>
            <a:noFill/>
          </a:ln>
        </p:spPr>
        <p:txBody>
          <a:bodyPr anchorCtr="0" anchor="t" bIns="91425" lIns="91425" spcFirstLastPara="1" rIns="91425" wrap="square" tIns="91425">
            <a:noAutofit/>
          </a:bodyPr>
          <a:lstStyle>
            <a:lvl1pPr indent="-361950" lvl="0" marL="457200">
              <a:spcBef>
                <a:spcPts val="0"/>
              </a:spcBef>
              <a:spcAft>
                <a:spcPts val="0"/>
              </a:spcAft>
              <a:buSzPts val="2100"/>
              <a:buFont typeface="Avenir"/>
              <a:buChar char="●"/>
              <a:defRPr sz="2100">
                <a:latin typeface="Avenir"/>
                <a:ea typeface="Avenir"/>
                <a:cs typeface="Avenir"/>
                <a:sym typeface="Avenir"/>
              </a:defRPr>
            </a:lvl1pPr>
            <a:lvl2pPr indent="-349250" lvl="1" marL="914400">
              <a:spcBef>
                <a:spcPts val="0"/>
              </a:spcBef>
              <a:spcAft>
                <a:spcPts val="0"/>
              </a:spcAft>
              <a:buSzPts val="1900"/>
              <a:buFont typeface="Avenir"/>
              <a:buChar char="○"/>
              <a:defRPr sz="1900">
                <a:latin typeface="Avenir"/>
                <a:ea typeface="Avenir"/>
                <a:cs typeface="Avenir"/>
                <a:sym typeface="Avenir"/>
              </a:defRPr>
            </a:lvl2pPr>
            <a:lvl3pPr indent="-317500" lvl="2" marL="1371600">
              <a:spcBef>
                <a:spcPts val="0"/>
              </a:spcBef>
              <a:spcAft>
                <a:spcPts val="0"/>
              </a:spcAft>
              <a:buSzPts val="1400"/>
              <a:buFont typeface="Avenir"/>
              <a:buChar char="■"/>
              <a:defRPr>
                <a:latin typeface="Avenir"/>
                <a:ea typeface="Avenir"/>
                <a:cs typeface="Avenir"/>
                <a:sym typeface="Avenir"/>
              </a:defRPr>
            </a:lvl3pPr>
            <a:lvl4pPr indent="-317500" lvl="3" marL="1828800">
              <a:spcBef>
                <a:spcPts val="0"/>
              </a:spcBef>
              <a:spcAft>
                <a:spcPts val="0"/>
              </a:spcAft>
              <a:buSzPts val="1400"/>
              <a:buFont typeface="Avenir"/>
              <a:buChar char="●"/>
              <a:defRPr>
                <a:latin typeface="Avenir"/>
                <a:ea typeface="Avenir"/>
                <a:cs typeface="Avenir"/>
                <a:sym typeface="Avenir"/>
              </a:defRPr>
            </a:lvl4pPr>
            <a:lvl5pPr indent="-317500" lvl="4" marL="2286000">
              <a:spcBef>
                <a:spcPts val="0"/>
              </a:spcBef>
              <a:spcAft>
                <a:spcPts val="0"/>
              </a:spcAft>
              <a:buSzPts val="1400"/>
              <a:buFont typeface="Avenir"/>
              <a:buChar char="○"/>
              <a:defRPr>
                <a:latin typeface="Avenir"/>
                <a:ea typeface="Avenir"/>
                <a:cs typeface="Avenir"/>
                <a:sym typeface="Avenir"/>
              </a:defRPr>
            </a:lvl5pPr>
            <a:lvl6pPr indent="-317500" lvl="5" marL="2743200">
              <a:spcBef>
                <a:spcPts val="0"/>
              </a:spcBef>
              <a:spcAft>
                <a:spcPts val="0"/>
              </a:spcAft>
              <a:buSzPts val="1400"/>
              <a:buFont typeface="Avenir"/>
              <a:buChar char="■"/>
              <a:defRPr>
                <a:latin typeface="Avenir"/>
                <a:ea typeface="Avenir"/>
                <a:cs typeface="Avenir"/>
                <a:sym typeface="Avenir"/>
              </a:defRPr>
            </a:lvl6pPr>
            <a:lvl7pPr indent="-317500" lvl="6" marL="3200400">
              <a:spcBef>
                <a:spcPts val="0"/>
              </a:spcBef>
              <a:spcAft>
                <a:spcPts val="0"/>
              </a:spcAft>
              <a:buSzPts val="1400"/>
              <a:buFont typeface="Avenir"/>
              <a:buChar char="●"/>
              <a:defRPr>
                <a:latin typeface="Avenir"/>
                <a:ea typeface="Avenir"/>
                <a:cs typeface="Avenir"/>
                <a:sym typeface="Avenir"/>
              </a:defRPr>
            </a:lvl7pPr>
            <a:lvl8pPr indent="-317500" lvl="7" marL="3657600">
              <a:spcBef>
                <a:spcPts val="0"/>
              </a:spcBef>
              <a:spcAft>
                <a:spcPts val="0"/>
              </a:spcAft>
              <a:buSzPts val="1400"/>
              <a:buFont typeface="Avenir"/>
              <a:buChar char="○"/>
              <a:defRPr>
                <a:latin typeface="Avenir"/>
                <a:ea typeface="Avenir"/>
                <a:cs typeface="Avenir"/>
                <a:sym typeface="Avenir"/>
              </a:defRPr>
            </a:lvl8pPr>
            <a:lvl9pPr indent="-317500" lvl="8" marL="4114800">
              <a:spcBef>
                <a:spcPts val="0"/>
              </a:spcBef>
              <a:spcAft>
                <a:spcPts val="0"/>
              </a:spcAft>
              <a:buSzPts val="1400"/>
              <a:buFont typeface="Avenir"/>
              <a:buChar char="■"/>
              <a:defRPr>
                <a:latin typeface="Avenir"/>
                <a:ea typeface="Avenir"/>
                <a:cs typeface="Avenir"/>
                <a:sym typeface="Avenir"/>
              </a:defRPr>
            </a:lvl9pPr>
          </a:lstStyle>
          <a:p/>
        </p:txBody>
      </p:sp>
      <p:grpSp>
        <p:nvGrpSpPr>
          <p:cNvPr id="107" name="Google Shape;107;p13"/>
          <p:cNvGrpSpPr/>
          <p:nvPr/>
        </p:nvGrpSpPr>
        <p:grpSpPr>
          <a:xfrm>
            <a:off x="725" y="4857450"/>
            <a:ext cx="9144000" cy="305100"/>
            <a:chOff x="0" y="6451200"/>
            <a:chExt cx="12192000" cy="406800"/>
          </a:xfrm>
        </p:grpSpPr>
        <p:sp>
          <p:nvSpPr>
            <p:cNvPr id="108" name="Google Shape;108;p13"/>
            <p:cNvSpPr/>
            <p:nvPr/>
          </p:nvSpPr>
          <p:spPr>
            <a:xfrm>
              <a:off x="0" y="6451200"/>
              <a:ext cx="12192000" cy="406800"/>
            </a:xfrm>
            <a:prstGeom prst="rtTriangle">
              <a:avLst/>
            </a:prstGeom>
            <a:solidFill>
              <a:srgbClr val="00A1CC"/>
            </a:solidFill>
            <a:ln cap="flat" cmpd="sng" w="7150">
              <a:solidFill>
                <a:srgbClr val="00A1C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09" name="Google Shape;109;p13"/>
            <p:cNvSpPr/>
            <p:nvPr/>
          </p:nvSpPr>
          <p:spPr>
            <a:xfrm flipH="1">
              <a:off x="6096000" y="6451200"/>
              <a:ext cx="6096000" cy="406800"/>
            </a:xfrm>
            <a:prstGeom prst="rtTriangle">
              <a:avLst/>
            </a:prstGeom>
            <a:solidFill>
              <a:srgbClr val="193C64"/>
            </a:solidFill>
            <a:ln cap="flat" cmpd="sng" w="7150">
              <a:solidFill>
                <a:srgbClr val="193C64"/>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2 Content">
  <p:cSld name="CUSTOM_1_1_1_1_1_1_1_1">
    <p:spTree>
      <p:nvGrpSpPr>
        <p:cNvPr id="110" name="Shape 110"/>
        <p:cNvGrpSpPr/>
        <p:nvPr/>
      </p:nvGrpSpPr>
      <p:grpSpPr>
        <a:xfrm>
          <a:off x="0" y="0"/>
          <a:ext cx="0" cy="0"/>
          <a:chOff x="0" y="0"/>
          <a:chExt cx="0" cy="0"/>
        </a:xfrm>
      </p:grpSpPr>
      <p:sp>
        <p:nvSpPr>
          <p:cNvPr id="111" name="Google Shape;111;p14"/>
          <p:cNvSpPr txBox="1"/>
          <p:nvPr>
            <p:ph type="title"/>
          </p:nvPr>
        </p:nvSpPr>
        <p:spPr>
          <a:xfrm>
            <a:off x="0" y="0"/>
            <a:ext cx="9144000" cy="715500"/>
          </a:xfrm>
          <a:prstGeom prst="rect">
            <a:avLst/>
          </a:prstGeom>
          <a:solidFill>
            <a:srgbClr val="193C64"/>
          </a:solidFill>
          <a:ln>
            <a:noFill/>
          </a:ln>
        </p:spPr>
        <p:txBody>
          <a:bodyPr anchorCtr="0" anchor="ctr" bIns="91425" lIns="91425" spcFirstLastPara="1" rIns="91425" wrap="square" tIns="91425">
            <a:normAutofit/>
          </a:bodyPr>
          <a:lstStyle>
            <a:lvl1pPr lvl="0" algn="ctr">
              <a:spcBef>
                <a:spcPts val="0"/>
              </a:spcBef>
              <a:spcAft>
                <a:spcPts val="0"/>
              </a:spcAft>
              <a:buClr>
                <a:schemeClr val="lt1"/>
              </a:buClr>
              <a:buSzPts val="2700"/>
              <a:buFont typeface="Avenir"/>
              <a:buNone/>
              <a:defRPr b="1" sz="2700">
                <a:solidFill>
                  <a:schemeClr val="lt1"/>
                </a:solidFill>
                <a:latin typeface="Avenir"/>
                <a:ea typeface="Avenir"/>
                <a:cs typeface="Avenir"/>
                <a:sym typeface="Aveni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14"/>
          <p:cNvSpPr txBox="1"/>
          <p:nvPr>
            <p:ph idx="1" type="body"/>
          </p:nvPr>
        </p:nvSpPr>
        <p:spPr>
          <a:xfrm>
            <a:off x="175800" y="878700"/>
            <a:ext cx="8792400" cy="3796500"/>
          </a:xfrm>
          <a:prstGeom prst="rect">
            <a:avLst/>
          </a:prstGeom>
          <a:noFill/>
          <a:ln>
            <a:noFill/>
          </a:ln>
        </p:spPr>
        <p:txBody>
          <a:bodyPr anchorCtr="0" anchor="t" bIns="91425" lIns="91425" spcFirstLastPara="1" rIns="91425" wrap="square" tIns="91425">
            <a:noAutofit/>
          </a:bodyPr>
          <a:lstStyle>
            <a:lvl1pPr indent="-361950" lvl="0" marL="457200">
              <a:spcBef>
                <a:spcPts val="0"/>
              </a:spcBef>
              <a:spcAft>
                <a:spcPts val="0"/>
              </a:spcAft>
              <a:buSzPts val="2100"/>
              <a:buFont typeface="Avenir"/>
              <a:buChar char="●"/>
              <a:defRPr sz="2100">
                <a:latin typeface="Avenir"/>
                <a:ea typeface="Avenir"/>
                <a:cs typeface="Avenir"/>
                <a:sym typeface="Avenir"/>
              </a:defRPr>
            </a:lvl1pPr>
            <a:lvl2pPr indent="-349250" lvl="1" marL="914400">
              <a:spcBef>
                <a:spcPts val="0"/>
              </a:spcBef>
              <a:spcAft>
                <a:spcPts val="0"/>
              </a:spcAft>
              <a:buSzPts val="1900"/>
              <a:buFont typeface="Avenir"/>
              <a:buChar char="○"/>
              <a:defRPr sz="1900">
                <a:latin typeface="Avenir"/>
                <a:ea typeface="Avenir"/>
                <a:cs typeface="Avenir"/>
                <a:sym typeface="Avenir"/>
              </a:defRPr>
            </a:lvl2pPr>
            <a:lvl3pPr indent="-317500" lvl="2" marL="1371600">
              <a:spcBef>
                <a:spcPts val="0"/>
              </a:spcBef>
              <a:spcAft>
                <a:spcPts val="0"/>
              </a:spcAft>
              <a:buSzPts val="1400"/>
              <a:buFont typeface="Avenir"/>
              <a:buChar char="■"/>
              <a:defRPr>
                <a:latin typeface="Avenir"/>
                <a:ea typeface="Avenir"/>
                <a:cs typeface="Avenir"/>
                <a:sym typeface="Avenir"/>
              </a:defRPr>
            </a:lvl3pPr>
            <a:lvl4pPr indent="-317500" lvl="3" marL="1828800">
              <a:spcBef>
                <a:spcPts val="0"/>
              </a:spcBef>
              <a:spcAft>
                <a:spcPts val="0"/>
              </a:spcAft>
              <a:buSzPts val="1400"/>
              <a:buFont typeface="Avenir"/>
              <a:buChar char="●"/>
              <a:defRPr>
                <a:latin typeface="Avenir"/>
                <a:ea typeface="Avenir"/>
                <a:cs typeface="Avenir"/>
                <a:sym typeface="Avenir"/>
              </a:defRPr>
            </a:lvl4pPr>
            <a:lvl5pPr indent="-317500" lvl="4" marL="2286000">
              <a:spcBef>
                <a:spcPts val="0"/>
              </a:spcBef>
              <a:spcAft>
                <a:spcPts val="0"/>
              </a:spcAft>
              <a:buSzPts val="1400"/>
              <a:buFont typeface="Avenir"/>
              <a:buChar char="○"/>
              <a:defRPr>
                <a:latin typeface="Avenir"/>
                <a:ea typeface="Avenir"/>
                <a:cs typeface="Avenir"/>
                <a:sym typeface="Avenir"/>
              </a:defRPr>
            </a:lvl5pPr>
            <a:lvl6pPr indent="-317500" lvl="5" marL="2743200">
              <a:spcBef>
                <a:spcPts val="0"/>
              </a:spcBef>
              <a:spcAft>
                <a:spcPts val="0"/>
              </a:spcAft>
              <a:buSzPts val="1400"/>
              <a:buFont typeface="Avenir"/>
              <a:buChar char="■"/>
              <a:defRPr>
                <a:latin typeface="Avenir"/>
                <a:ea typeface="Avenir"/>
                <a:cs typeface="Avenir"/>
                <a:sym typeface="Avenir"/>
              </a:defRPr>
            </a:lvl6pPr>
            <a:lvl7pPr indent="-317500" lvl="6" marL="3200400">
              <a:spcBef>
                <a:spcPts val="0"/>
              </a:spcBef>
              <a:spcAft>
                <a:spcPts val="0"/>
              </a:spcAft>
              <a:buSzPts val="1400"/>
              <a:buFont typeface="Avenir"/>
              <a:buChar char="●"/>
              <a:defRPr>
                <a:latin typeface="Avenir"/>
                <a:ea typeface="Avenir"/>
                <a:cs typeface="Avenir"/>
                <a:sym typeface="Avenir"/>
              </a:defRPr>
            </a:lvl7pPr>
            <a:lvl8pPr indent="-317500" lvl="7" marL="3657600">
              <a:spcBef>
                <a:spcPts val="0"/>
              </a:spcBef>
              <a:spcAft>
                <a:spcPts val="0"/>
              </a:spcAft>
              <a:buSzPts val="1400"/>
              <a:buFont typeface="Avenir"/>
              <a:buChar char="○"/>
              <a:defRPr>
                <a:latin typeface="Avenir"/>
                <a:ea typeface="Avenir"/>
                <a:cs typeface="Avenir"/>
                <a:sym typeface="Avenir"/>
              </a:defRPr>
            </a:lvl8pPr>
            <a:lvl9pPr indent="-317500" lvl="8" marL="4114800">
              <a:spcBef>
                <a:spcPts val="0"/>
              </a:spcBef>
              <a:spcAft>
                <a:spcPts val="0"/>
              </a:spcAft>
              <a:buSzPts val="1400"/>
              <a:buFont typeface="Avenir"/>
              <a:buChar char="■"/>
              <a:defRPr>
                <a:latin typeface="Avenir"/>
                <a:ea typeface="Avenir"/>
                <a:cs typeface="Avenir"/>
                <a:sym typeface="Avenir"/>
              </a:defRPr>
            </a:lvl9pPr>
          </a:lstStyle>
          <a:p/>
        </p:txBody>
      </p:sp>
      <p:grpSp>
        <p:nvGrpSpPr>
          <p:cNvPr id="113" name="Google Shape;113;p14"/>
          <p:cNvGrpSpPr/>
          <p:nvPr/>
        </p:nvGrpSpPr>
        <p:grpSpPr>
          <a:xfrm>
            <a:off x="725" y="4857450"/>
            <a:ext cx="9144000" cy="305100"/>
            <a:chOff x="0" y="6451200"/>
            <a:chExt cx="12192000" cy="406800"/>
          </a:xfrm>
        </p:grpSpPr>
        <p:sp>
          <p:nvSpPr>
            <p:cNvPr id="114" name="Google Shape;114;p14"/>
            <p:cNvSpPr/>
            <p:nvPr/>
          </p:nvSpPr>
          <p:spPr>
            <a:xfrm>
              <a:off x="0" y="6451200"/>
              <a:ext cx="12192000" cy="406800"/>
            </a:xfrm>
            <a:prstGeom prst="rtTriangle">
              <a:avLst/>
            </a:prstGeom>
            <a:solidFill>
              <a:srgbClr val="00A1CC"/>
            </a:solidFill>
            <a:ln cap="flat" cmpd="sng" w="7150">
              <a:solidFill>
                <a:srgbClr val="00A1C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15" name="Google Shape;115;p14"/>
            <p:cNvSpPr/>
            <p:nvPr/>
          </p:nvSpPr>
          <p:spPr>
            <a:xfrm flipH="1">
              <a:off x="6096000" y="6451200"/>
              <a:ext cx="6096000" cy="406800"/>
            </a:xfrm>
            <a:prstGeom prst="rtTriangle">
              <a:avLst/>
            </a:prstGeom>
            <a:solidFill>
              <a:srgbClr val="193C64"/>
            </a:solidFill>
            <a:ln cap="flat" cmpd="sng" w="7150">
              <a:solidFill>
                <a:srgbClr val="193C64"/>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DI End Slide" type="title">
  <p:cSld name="TITLE">
    <p:spTree>
      <p:nvGrpSpPr>
        <p:cNvPr id="116" name="Shape 116"/>
        <p:cNvGrpSpPr/>
        <p:nvPr/>
      </p:nvGrpSpPr>
      <p:grpSpPr>
        <a:xfrm>
          <a:off x="0" y="0"/>
          <a:ext cx="0" cy="0"/>
          <a:chOff x="0" y="0"/>
          <a:chExt cx="0" cy="0"/>
        </a:xfrm>
      </p:grpSpPr>
      <p:pic>
        <p:nvPicPr>
          <p:cNvPr id="117" name="Google Shape;117;p15" title="07-25 PDI Assets (Screen)9.png"/>
          <p:cNvPicPr preferRelativeResize="0"/>
          <p:nvPr/>
        </p:nvPicPr>
        <p:blipFill>
          <a:blip r:embed="rId2">
            <a:alphaModFix/>
          </a:blip>
          <a:stretch>
            <a:fillRect/>
          </a:stretch>
        </p:blipFill>
        <p:spPr>
          <a:xfrm>
            <a:off x="0" y="0"/>
            <a:ext cx="9144000" cy="51435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DI End Slide 1">
  <p:cSld name="TITLE_1">
    <p:spTree>
      <p:nvGrpSpPr>
        <p:cNvPr id="118" name="Shape 118"/>
        <p:cNvGrpSpPr/>
        <p:nvPr/>
      </p:nvGrpSpPr>
      <p:grpSpPr>
        <a:xfrm>
          <a:off x="0" y="0"/>
          <a:ext cx="0" cy="0"/>
          <a:chOff x="0" y="0"/>
          <a:chExt cx="0" cy="0"/>
        </a:xfrm>
      </p:grpSpPr>
      <p:pic>
        <p:nvPicPr>
          <p:cNvPr id="119" name="Google Shape;119;p16" title="PDI"/>
          <p:cNvPicPr preferRelativeResize="0"/>
          <p:nvPr/>
        </p:nvPicPr>
        <p:blipFill>
          <a:blip r:embed="rId2">
            <a:alphaModFix/>
          </a:blip>
          <a:stretch>
            <a:fillRect/>
          </a:stretch>
        </p:blipFill>
        <p:spPr>
          <a:xfrm>
            <a:off x="0" y="0"/>
            <a:ext cx="9144000" cy="5143500"/>
          </a:xfrm>
          <a:prstGeom prst="rect">
            <a:avLst/>
          </a:prstGeom>
          <a:noFill/>
          <a:ln>
            <a:noFill/>
          </a:ln>
        </p:spPr>
      </p:pic>
      <p:grpSp>
        <p:nvGrpSpPr>
          <p:cNvPr id="120" name="Google Shape;120;p16"/>
          <p:cNvGrpSpPr/>
          <p:nvPr/>
        </p:nvGrpSpPr>
        <p:grpSpPr>
          <a:xfrm>
            <a:off x="0" y="4838400"/>
            <a:ext cx="9144000" cy="305100"/>
            <a:chOff x="0" y="6451200"/>
            <a:chExt cx="12192000" cy="406800"/>
          </a:xfrm>
        </p:grpSpPr>
        <p:sp>
          <p:nvSpPr>
            <p:cNvPr id="121" name="Google Shape;121;p16"/>
            <p:cNvSpPr/>
            <p:nvPr/>
          </p:nvSpPr>
          <p:spPr>
            <a:xfrm>
              <a:off x="0" y="6451200"/>
              <a:ext cx="12192000" cy="406800"/>
            </a:xfrm>
            <a:prstGeom prst="rtTriangle">
              <a:avLst/>
            </a:prstGeom>
            <a:solidFill>
              <a:srgbClr val="00A1CC"/>
            </a:solidFill>
            <a:ln cap="flat" cmpd="sng" w="7150">
              <a:solidFill>
                <a:srgbClr val="00A1C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22" name="Google Shape;122;p16"/>
            <p:cNvSpPr/>
            <p:nvPr/>
          </p:nvSpPr>
          <p:spPr>
            <a:xfrm flipH="1">
              <a:off x="6096000" y="6451200"/>
              <a:ext cx="6096000" cy="406800"/>
            </a:xfrm>
            <a:prstGeom prst="rtTriangle">
              <a:avLst/>
            </a:prstGeom>
            <a:solidFill>
              <a:srgbClr val="193C64"/>
            </a:solidFill>
            <a:ln cap="flat" cmpd="sng" w="7150">
              <a:solidFill>
                <a:srgbClr val="193C64"/>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TITLE_1_1">
    <p:spTree>
      <p:nvGrpSpPr>
        <p:cNvPr id="123" name="Shape 123"/>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Banner" type="obj">
  <p:cSld name="OBJECT">
    <p:spTree>
      <p:nvGrpSpPr>
        <p:cNvPr id="124" name="Shape 124"/>
        <p:cNvGrpSpPr/>
        <p:nvPr/>
      </p:nvGrpSpPr>
      <p:grpSpPr>
        <a:xfrm>
          <a:off x="0" y="0"/>
          <a:ext cx="0" cy="0"/>
          <a:chOff x="0" y="0"/>
          <a:chExt cx="0" cy="0"/>
        </a:xfrm>
      </p:grpSpPr>
      <p:sp>
        <p:nvSpPr>
          <p:cNvPr id="125" name="Google Shape;125;p18"/>
          <p:cNvSpPr txBox="1"/>
          <p:nvPr>
            <p:ph type="title"/>
          </p:nvPr>
        </p:nvSpPr>
        <p:spPr>
          <a:xfrm>
            <a:off x="0" y="0"/>
            <a:ext cx="9144000" cy="690300"/>
          </a:xfrm>
          <a:prstGeom prst="rect">
            <a:avLst/>
          </a:prstGeom>
          <a:solidFill>
            <a:srgbClr val="1F497D"/>
          </a:solidFill>
          <a:ln cap="flat" cmpd="sng" w="9525">
            <a:solidFill>
              <a:srgbClr val="1F497D"/>
            </a:solidFill>
            <a:prstDash val="solid"/>
            <a:round/>
            <a:headEnd len="sm" w="sm" type="none"/>
            <a:tailEnd len="sm" w="sm" type="none"/>
          </a:ln>
        </p:spPr>
        <p:txBody>
          <a:bodyPr anchorCtr="0" anchor="ctr" bIns="34275" lIns="68575" spcFirstLastPara="1" rIns="68575" wrap="square" tIns="34275">
            <a:noAutofit/>
          </a:bodyPr>
          <a:lstStyle>
            <a:lvl1pPr lvl="0" algn="ctr">
              <a:lnSpc>
                <a:spcPct val="100000"/>
              </a:lnSpc>
              <a:spcBef>
                <a:spcPts val="0"/>
              </a:spcBef>
              <a:spcAft>
                <a:spcPts val="0"/>
              </a:spcAft>
              <a:buClr>
                <a:schemeClr val="lt1"/>
              </a:buClr>
              <a:buSzPts val="2700"/>
              <a:buFont typeface="Avenir"/>
              <a:buNone/>
              <a:defRPr sz="2700">
                <a:solidFill>
                  <a:schemeClr val="lt1"/>
                </a:solidFill>
                <a:latin typeface="Avenir"/>
                <a:ea typeface="Avenir"/>
                <a:cs typeface="Avenir"/>
                <a:sym typeface="Avenir"/>
              </a:defRPr>
            </a:lvl1pPr>
            <a:lvl2pPr lvl="1" algn="ctr">
              <a:lnSpc>
                <a:spcPct val="100000"/>
              </a:lnSpc>
              <a:spcBef>
                <a:spcPts val="0"/>
              </a:spcBef>
              <a:spcAft>
                <a:spcPts val="0"/>
              </a:spcAft>
              <a:buSzPts val="1100"/>
              <a:buFont typeface="Avenir"/>
              <a:buNone/>
              <a:defRPr sz="1100">
                <a:latin typeface="Avenir"/>
                <a:ea typeface="Avenir"/>
                <a:cs typeface="Avenir"/>
                <a:sym typeface="Avenir"/>
              </a:defRPr>
            </a:lvl2pPr>
            <a:lvl3pPr lvl="2" algn="ctr">
              <a:lnSpc>
                <a:spcPct val="100000"/>
              </a:lnSpc>
              <a:spcBef>
                <a:spcPts val="0"/>
              </a:spcBef>
              <a:spcAft>
                <a:spcPts val="0"/>
              </a:spcAft>
              <a:buSzPts val="1100"/>
              <a:buFont typeface="Avenir"/>
              <a:buNone/>
              <a:defRPr sz="1100">
                <a:latin typeface="Avenir"/>
                <a:ea typeface="Avenir"/>
                <a:cs typeface="Avenir"/>
                <a:sym typeface="Avenir"/>
              </a:defRPr>
            </a:lvl3pPr>
            <a:lvl4pPr lvl="3" algn="ctr">
              <a:lnSpc>
                <a:spcPct val="100000"/>
              </a:lnSpc>
              <a:spcBef>
                <a:spcPts val="0"/>
              </a:spcBef>
              <a:spcAft>
                <a:spcPts val="0"/>
              </a:spcAft>
              <a:buSzPts val="1100"/>
              <a:buFont typeface="Avenir"/>
              <a:buNone/>
              <a:defRPr sz="1100">
                <a:latin typeface="Avenir"/>
                <a:ea typeface="Avenir"/>
                <a:cs typeface="Avenir"/>
                <a:sym typeface="Avenir"/>
              </a:defRPr>
            </a:lvl4pPr>
            <a:lvl5pPr lvl="4" algn="ctr">
              <a:lnSpc>
                <a:spcPct val="100000"/>
              </a:lnSpc>
              <a:spcBef>
                <a:spcPts val="0"/>
              </a:spcBef>
              <a:spcAft>
                <a:spcPts val="0"/>
              </a:spcAft>
              <a:buSzPts val="1100"/>
              <a:buFont typeface="Avenir"/>
              <a:buNone/>
              <a:defRPr sz="1100">
                <a:latin typeface="Avenir"/>
                <a:ea typeface="Avenir"/>
                <a:cs typeface="Avenir"/>
                <a:sym typeface="Avenir"/>
              </a:defRPr>
            </a:lvl5pPr>
            <a:lvl6pPr lvl="5" algn="ctr">
              <a:lnSpc>
                <a:spcPct val="100000"/>
              </a:lnSpc>
              <a:spcBef>
                <a:spcPts val="0"/>
              </a:spcBef>
              <a:spcAft>
                <a:spcPts val="0"/>
              </a:spcAft>
              <a:buSzPts val="1100"/>
              <a:buFont typeface="Avenir"/>
              <a:buNone/>
              <a:defRPr sz="1100">
                <a:latin typeface="Avenir"/>
                <a:ea typeface="Avenir"/>
                <a:cs typeface="Avenir"/>
                <a:sym typeface="Avenir"/>
              </a:defRPr>
            </a:lvl6pPr>
            <a:lvl7pPr lvl="6" algn="ctr">
              <a:lnSpc>
                <a:spcPct val="100000"/>
              </a:lnSpc>
              <a:spcBef>
                <a:spcPts val="0"/>
              </a:spcBef>
              <a:spcAft>
                <a:spcPts val="0"/>
              </a:spcAft>
              <a:buSzPts val="1100"/>
              <a:buFont typeface="Avenir"/>
              <a:buNone/>
              <a:defRPr sz="1100">
                <a:latin typeface="Avenir"/>
                <a:ea typeface="Avenir"/>
                <a:cs typeface="Avenir"/>
                <a:sym typeface="Avenir"/>
              </a:defRPr>
            </a:lvl7pPr>
            <a:lvl8pPr lvl="7" algn="ctr">
              <a:lnSpc>
                <a:spcPct val="100000"/>
              </a:lnSpc>
              <a:spcBef>
                <a:spcPts val="0"/>
              </a:spcBef>
              <a:spcAft>
                <a:spcPts val="0"/>
              </a:spcAft>
              <a:buSzPts val="1100"/>
              <a:buFont typeface="Avenir"/>
              <a:buNone/>
              <a:defRPr sz="1100">
                <a:latin typeface="Avenir"/>
                <a:ea typeface="Avenir"/>
                <a:cs typeface="Avenir"/>
                <a:sym typeface="Avenir"/>
              </a:defRPr>
            </a:lvl8pPr>
            <a:lvl9pPr lvl="8" algn="ctr">
              <a:lnSpc>
                <a:spcPct val="100000"/>
              </a:lnSpc>
              <a:spcBef>
                <a:spcPts val="0"/>
              </a:spcBef>
              <a:spcAft>
                <a:spcPts val="0"/>
              </a:spcAft>
              <a:buSzPts val="1100"/>
              <a:buFont typeface="Avenir"/>
              <a:buNone/>
              <a:defRPr sz="1100">
                <a:latin typeface="Avenir"/>
                <a:ea typeface="Avenir"/>
                <a:cs typeface="Avenir"/>
                <a:sym typeface="Avenir"/>
              </a:defRPr>
            </a:lvl9pPr>
          </a:lstStyle>
          <a:p/>
        </p:txBody>
      </p:sp>
      <p:sp>
        <p:nvSpPr>
          <p:cNvPr id="126" name="Google Shape;126;p18"/>
          <p:cNvSpPr txBox="1"/>
          <p:nvPr>
            <p:ph idx="1" type="body"/>
          </p:nvPr>
        </p:nvSpPr>
        <p:spPr>
          <a:xfrm>
            <a:off x="212175" y="1200150"/>
            <a:ext cx="8719800" cy="3394500"/>
          </a:xfrm>
          <a:prstGeom prst="rect">
            <a:avLst/>
          </a:prstGeom>
          <a:noFill/>
          <a:ln>
            <a:noFill/>
          </a:ln>
        </p:spPr>
        <p:txBody>
          <a:bodyPr anchorCtr="0" anchor="t" bIns="34275" lIns="68575" spcFirstLastPara="1" rIns="68575" wrap="square" tIns="34275">
            <a:noAutofit/>
          </a:bodyPr>
          <a:lstStyle>
            <a:lvl1pPr indent="-317500" lvl="0" marL="457200" algn="l">
              <a:lnSpc>
                <a:spcPct val="100000"/>
              </a:lnSpc>
              <a:spcBef>
                <a:spcPts val="300"/>
              </a:spcBef>
              <a:spcAft>
                <a:spcPts val="0"/>
              </a:spcAft>
              <a:buClr>
                <a:schemeClr val="dk1"/>
              </a:buClr>
              <a:buSzPts val="1400"/>
              <a:buFont typeface="Avenir"/>
              <a:buChar char="•"/>
              <a:defRPr sz="1100">
                <a:latin typeface="Avenir"/>
                <a:ea typeface="Avenir"/>
                <a:cs typeface="Avenir"/>
                <a:sym typeface="Avenir"/>
              </a:defRPr>
            </a:lvl1pPr>
            <a:lvl2pPr indent="-317500" lvl="1" marL="914400" algn="l">
              <a:lnSpc>
                <a:spcPct val="100000"/>
              </a:lnSpc>
              <a:spcBef>
                <a:spcPts val="300"/>
              </a:spcBef>
              <a:spcAft>
                <a:spcPts val="0"/>
              </a:spcAft>
              <a:buClr>
                <a:schemeClr val="dk1"/>
              </a:buClr>
              <a:buSzPts val="1400"/>
              <a:buFont typeface="Avenir"/>
              <a:buChar char="–"/>
              <a:defRPr sz="1100">
                <a:latin typeface="Avenir"/>
                <a:ea typeface="Avenir"/>
                <a:cs typeface="Avenir"/>
                <a:sym typeface="Avenir"/>
              </a:defRPr>
            </a:lvl2pPr>
            <a:lvl3pPr indent="-317500" lvl="2" marL="1371600" algn="l">
              <a:lnSpc>
                <a:spcPct val="100000"/>
              </a:lnSpc>
              <a:spcBef>
                <a:spcPts val="300"/>
              </a:spcBef>
              <a:spcAft>
                <a:spcPts val="0"/>
              </a:spcAft>
              <a:buClr>
                <a:schemeClr val="dk1"/>
              </a:buClr>
              <a:buSzPts val="1400"/>
              <a:buFont typeface="Avenir"/>
              <a:buChar char="•"/>
              <a:defRPr sz="1100">
                <a:latin typeface="Avenir"/>
                <a:ea typeface="Avenir"/>
                <a:cs typeface="Avenir"/>
                <a:sym typeface="Avenir"/>
              </a:defRPr>
            </a:lvl3pPr>
            <a:lvl4pPr indent="-317500" lvl="3" marL="1828800" algn="l">
              <a:lnSpc>
                <a:spcPct val="100000"/>
              </a:lnSpc>
              <a:spcBef>
                <a:spcPts val="300"/>
              </a:spcBef>
              <a:spcAft>
                <a:spcPts val="0"/>
              </a:spcAft>
              <a:buClr>
                <a:schemeClr val="dk1"/>
              </a:buClr>
              <a:buSzPts val="1400"/>
              <a:buFont typeface="Avenir"/>
              <a:buChar char="–"/>
              <a:defRPr sz="1100">
                <a:latin typeface="Avenir"/>
                <a:ea typeface="Avenir"/>
                <a:cs typeface="Avenir"/>
                <a:sym typeface="Avenir"/>
              </a:defRPr>
            </a:lvl4pPr>
            <a:lvl5pPr indent="-317500" lvl="4" marL="2286000" algn="l">
              <a:lnSpc>
                <a:spcPct val="100000"/>
              </a:lnSpc>
              <a:spcBef>
                <a:spcPts val="300"/>
              </a:spcBef>
              <a:spcAft>
                <a:spcPts val="0"/>
              </a:spcAft>
              <a:buClr>
                <a:schemeClr val="dk1"/>
              </a:buClr>
              <a:buSzPts val="1400"/>
              <a:buFont typeface="Avenir"/>
              <a:buChar char="»"/>
              <a:defRPr sz="1100">
                <a:latin typeface="Avenir"/>
                <a:ea typeface="Avenir"/>
                <a:cs typeface="Avenir"/>
                <a:sym typeface="Avenir"/>
              </a:defRPr>
            </a:lvl5pPr>
            <a:lvl6pPr indent="-317500" lvl="5" marL="2743200" algn="l">
              <a:lnSpc>
                <a:spcPct val="100000"/>
              </a:lnSpc>
              <a:spcBef>
                <a:spcPts val="300"/>
              </a:spcBef>
              <a:spcAft>
                <a:spcPts val="0"/>
              </a:spcAft>
              <a:buClr>
                <a:schemeClr val="dk1"/>
              </a:buClr>
              <a:buSzPts val="1400"/>
              <a:buFont typeface="Avenir"/>
              <a:buChar char="•"/>
              <a:defRPr sz="1100">
                <a:latin typeface="Avenir"/>
                <a:ea typeface="Avenir"/>
                <a:cs typeface="Avenir"/>
                <a:sym typeface="Avenir"/>
              </a:defRPr>
            </a:lvl6pPr>
            <a:lvl7pPr indent="-317500" lvl="6" marL="3200400" algn="l">
              <a:lnSpc>
                <a:spcPct val="100000"/>
              </a:lnSpc>
              <a:spcBef>
                <a:spcPts val="300"/>
              </a:spcBef>
              <a:spcAft>
                <a:spcPts val="0"/>
              </a:spcAft>
              <a:buClr>
                <a:schemeClr val="dk1"/>
              </a:buClr>
              <a:buSzPts val="1400"/>
              <a:buFont typeface="Avenir"/>
              <a:buChar char="•"/>
              <a:defRPr sz="1100">
                <a:latin typeface="Avenir"/>
                <a:ea typeface="Avenir"/>
                <a:cs typeface="Avenir"/>
                <a:sym typeface="Avenir"/>
              </a:defRPr>
            </a:lvl7pPr>
            <a:lvl8pPr indent="-317500" lvl="7" marL="3657600" algn="l">
              <a:lnSpc>
                <a:spcPct val="100000"/>
              </a:lnSpc>
              <a:spcBef>
                <a:spcPts val="300"/>
              </a:spcBef>
              <a:spcAft>
                <a:spcPts val="0"/>
              </a:spcAft>
              <a:buClr>
                <a:schemeClr val="dk1"/>
              </a:buClr>
              <a:buSzPts val="1400"/>
              <a:buFont typeface="Avenir"/>
              <a:buChar char="•"/>
              <a:defRPr sz="1100">
                <a:latin typeface="Avenir"/>
                <a:ea typeface="Avenir"/>
                <a:cs typeface="Avenir"/>
                <a:sym typeface="Avenir"/>
              </a:defRPr>
            </a:lvl8pPr>
            <a:lvl9pPr indent="-317500" lvl="8" marL="4114800" algn="l">
              <a:lnSpc>
                <a:spcPct val="100000"/>
              </a:lnSpc>
              <a:spcBef>
                <a:spcPts val="300"/>
              </a:spcBef>
              <a:spcAft>
                <a:spcPts val="0"/>
              </a:spcAft>
              <a:buClr>
                <a:schemeClr val="dk1"/>
              </a:buClr>
              <a:buSzPts val="1400"/>
              <a:buFont typeface="Avenir"/>
              <a:buChar char="•"/>
              <a:defRPr sz="1100">
                <a:latin typeface="Avenir"/>
                <a:ea typeface="Avenir"/>
                <a:cs typeface="Avenir"/>
                <a:sym typeface="Aveni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2">
    <p:spTree>
      <p:nvGrpSpPr>
        <p:cNvPr id="127" name="Shape 127"/>
        <p:cNvGrpSpPr/>
        <p:nvPr/>
      </p:nvGrpSpPr>
      <p:grpSpPr>
        <a:xfrm>
          <a:off x="0" y="0"/>
          <a:ext cx="0" cy="0"/>
          <a:chOff x="0" y="0"/>
          <a:chExt cx="0" cy="0"/>
        </a:xfrm>
      </p:grpSpPr>
      <p:sp>
        <p:nvSpPr>
          <p:cNvPr id="128" name="Google Shape;128;p19"/>
          <p:cNvSpPr txBox="1"/>
          <p:nvPr>
            <p:ph type="ctrTitle"/>
          </p:nvPr>
        </p:nvSpPr>
        <p:spPr>
          <a:xfrm>
            <a:off x="685800" y="1597820"/>
            <a:ext cx="7772400" cy="11025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sz="1100"/>
            </a:lvl1pPr>
            <a:lvl2pPr lvl="1" algn="ctr">
              <a:lnSpc>
                <a:spcPct val="100000"/>
              </a:lnSpc>
              <a:spcBef>
                <a:spcPts val="0"/>
              </a:spcBef>
              <a:spcAft>
                <a:spcPts val="0"/>
              </a:spcAft>
              <a:buSzPts val="1100"/>
              <a:buNone/>
              <a:defRPr sz="1100"/>
            </a:lvl2pPr>
            <a:lvl3pPr lvl="2" algn="ctr">
              <a:lnSpc>
                <a:spcPct val="100000"/>
              </a:lnSpc>
              <a:spcBef>
                <a:spcPts val="0"/>
              </a:spcBef>
              <a:spcAft>
                <a:spcPts val="0"/>
              </a:spcAft>
              <a:buSzPts val="1100"/>
              <a:buNone/>
              <a:defRPr sz="1100"/>
            </a:lvl3pPr>
            <a:lvl4pPr lvl="3" algn="ctr">
              <a:lnSpc>
                <a:spcPct val="100000"/>
              </a:lnSpc>
              <a:spcBef>
                <a:spcPts val="0"/>
              </a:spcBef>
              <a:spcAft>
                <a:spcPts val="0"/>
              </a:spcAft>
              <a:buSzPts val="1100"/>
              <a:buNone/>
              <a:defRPr sz="1100"/>
            </a:lvl4pPr>
            <a:lvl5pPr lvl="4" algn="ctr">
              <a:lnSpc>
                <a:spcPct val="100000"/>
              </a:lnSpc>
              <a:spcBef>
                <a:spcPts val="0"/>
              </a:spcBef>
              <a:spcAft>
                <a:spcPts val="0"/>
              </a:spcAft>
              <a:buSzPts val="1100"/>
              <a:buNone/>
              <a:defRPr sz="1100"/>
            </a:lvl5pPr>
            <a:lvl6pPr lvl="5" algn="ctr">
              <a:lnSpc>
                <a:spcPct val="100000"/>
              </a:lnSpc>
              <a:spcBef>
                <a:spcPts val="0"/>
              </a:spcBef>
              <a:spcAft>
                <a:spcPts val="0"/>
              </a:spcAft>
              <a:buSzPts val="1100"/>
              <a:buNone/>
              <a:defRPr sz="1100"/>
            </a:lvl6pPr>
            <a:lvl7pPr lvl="6" algn="ctr">
              <a:lnSpc>
                <a:spcPct val="100000"/>
              </a:lnSpc>
              <a:spcBef>
                <a:spcPts val="0"/>
              </a:spcBef>
              <a:spcAft>
                <a:spcPts val="0"/>
              </a:spcAft>
              <a:buSzPts val="1100"/>
              <a:buNone/>
              <a:defRPr sz="1100"/>
            </a:lvl7pPr>
            <a:lvl8pPr lvl="7" algn="ctr">
              <a:lnSpc>
                <a:spcPct val="100000"/>
              </a:lnSpc>
              <a:spcBef>
                <a:spcPts val="0"/>
              </a:spcBef>
              <a:spcAft>
                <a:spcPts val="0"/>
              </a:spcAft>
              <a:buSzPts val="1100"/>
              <a:buNone/>
              <a:defRPr sz="1100"/>
            </a:lvl8pPr>
            <a:lvl9pPr lvl="8" algn="ctr">
              <a:lnSpc>
                <a:spcPct val="100000"/>
              </a:lnSpc>
              <a:spcBef>
                <a:spcPts val="0"/>
              </a:spcBef>
              <a:spcAft>
                <a:spcPts val="0"/>
              </a:spcAft>
              <a:buSzPts val="1100"/>
              <a:buNone/>
              <a:defRPr sz="1100"/>
            </a:lvl9pPr>
          </a:lstStyle>
          <a:p/>
        </p:txBody>
      </p:sp>
      <p:sp>
        <p:nvSpPr>
          <p:cNvPr id="129" name="Google Shape;129;p19"/>
          <p:cNvSpPr txBox="1"/>
          <p:nvPr>
            <p:ph idx="1" type="subTitle"/>
          </p:nvPr>
        </p:nvSpPr>
        <p:spPr>
          <a:xfrm>
            <a:off x="1371600" y="2914650"/>
            <a:ext cx="6400800" cy="1314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500"/>
              </a:spcBef>
              <a:spcAft>
                <a:spcPts val="0"/>
              </a:spcAft>
              <a:buClr>
                <a:srgbClr val="888888"/>
              </a:buClr>
              <a:buSzPts val="2400"/>
              <a:buNone/>
              <a:defRPr sz="1100">
                <a:solidFill>
                  <a:srgbClr val="888888"/>
                </a:solidFill>
              </a:defRPr>
            </a:lvl1pPr>
            <a:lvl2pPr lvl="1" algn="ctr">
              <a:lnSpc>
                <a:spcPct val="100000"/>
              </a:lnSpc>
              <a:spcBef>
                <a:spcPts val="400"/>
              </a:spcBef>
              <a:spcAft>
                <a:spcPts val="0"/>
              </a:spcAft>
              <a:buClr>
                <a:srgbClr val="888888"/>
              </a:buClr>
              <a:buSzPts val="2100"/>
              <a:buNone/>
              <a:defRPr sz="1100">
                <a:solidFill>
                  <a:srgbClr val="888888"/>
                </a:solidFill>
              </a:defRPr>
            </a:lvl2pPr>
            <a:lvl3pPr lvl="2" algn="ctr">
              <a:lnSpc>
                <a:spcPct val="100000"/>
              </a:lnSpc>
              <a:spcBef>
                <a:spcPts val="400"/>
              </a:spcBef>
              <a:spcAft>
                <a:spcPts val="0"/>
              </a:spcAft>
              <a:buClr>
                <a:srgbClr val="888888"/>
              </a:buClr>
              <a:buSzPts val="1800"/>
              <a:buNone/>
              <a:defRPr sz="1100">
                <a:solidFill>
                  <a:srgbClr val="888888"/>
                </a:solidFill>
              </a:defRPr>
            </a:lvl3pPr>
            <a:lvl4pPr lvl="3" algn="ctr">
              <a:lnSpc>
                <a:spcPct val="100000"/>
              </a:lnSpc>
              <a:spcBef>
                <a:spcPts val="300"/>
              </a:spcBef>
              <a:spcAft>
                <a:spcPts val="0"/>
              </a:spcAft>
              <a:buClr>
                <a:srgbClr val="888888"/>
              </a:buClr>
              <a:buSzPts val="1500"/>
              <a:buNone/>
              <a:defRPr sz="1100">
                <a:solidFill>
                  <a:srgbClr val="888888"/>
                </a:solidFill>
              </a:defRPr>
            </a:lvl4pPr>
            <a:lvl5pPr lvl="4" algn="ctr">
              <a:lnSpc>
                <a:spcPct val="100000"/>
              </a:lnSpc>
              <a:spcBef>
                <a:spcPts val="300"/>
              </a:spcBef>
              <a:spcAft>
                <a:spcPts val="0"/>
              </a:spcAft>
              <a:buClr>
                <a:srgbClr val="888888"/>
              </a:buClr>
              <a:buSzPts val="1500"/>
              <a:buNone/>
              <a:defRPr sz="1100">
                <a:solidFill>
                  <a:srgbClr val="888888"/>
                </a:solidFill>
              </a:defRPr>
            </a:lvl5pPr>
            <a:lvl6pPr lvl="5" algn="ctr">
              <a:lnSpc>
                <a:spcPct val="100000"/>
              </a:lnSpc>
              <a:spcBef>
                <a:spcPts val="300"/>
              </a:spcBef>
              <a:spcAft>
                <a:spcPts val="0"/>
              </a:spcAft>
              <a:buClr>
                <a:srgbClr val="888888"/>
              </a:buClr>
              <a:buSzPts val="1500"/>
              <a:buNone/>
              <a:defRPr sz="1100">
                <a:solidFill>
                  <a:srgbClr val="888888"/>
                </a:solidFill>
              </a:defRPr>
            </a:lvl6pPr>
            <a:lvl7pPr lvl="6" algn="ctr">
              <a:lnSpc>
                <a:spcPct val="100000"/>
              </a:lnSpc>
              <a:spcBef>
                <a:spcPts val="300"/>
              </a:spcBef>
              <a:spcAft>
                <a:spcPts val="0"/>
              </a:spcAft>
              <a:buClr>
                <a:srgbClr val="888888"/>
              </a:buClr>
              <a:buSzPts val="1500"/>
              <a:buNone/>
              <a:defRPr sz="1100">
                <a:solidFill>
                  <a:srgbClr val="888888"/>
                </a:solidFill>
              </a:defRPr>
            </a:lvl7pPr>
            <a:lvl8pPr lvl="7" algn="ctr">
              <a:lnSpc>
                <a:spcPct val="100000"/>
              </a:lnSpc>
              <a:spcBef>
                <a:spcPts val="300"/>
              </a:spcBef>
              <a:spcAft>
                <a:spcPts val="0"/>
              </a:spcAft>
              <a:buClr>
                <a:srgbClr val="888888"/>
              </a:buClr>
              <a:buSzPts val="1500"/>
              <a:buNone/>
              <a:defRPr sz="1100">
                <a:solidFill>
                  <a:srgbClr val="888888"/>
                </a:solidFill>
              </a:defRPr>
            </a:lvl8pPr>
            <a:lvl9pPr lvl="8" algn="ctr">
              <a:lnSpc>
                <a:spcPct val="100000"/>
              </a:lnSpc>
              <a:spcBef>
                <a:spcPts val="300"/>
              </a:spcBef>
              <a:spcAft>
                <a:spcPts val="0"/>
              </a:spcAft>
              <a:buClr>
                <a:srgbClr val="888888"/>
              </a:buClr>
              <a:buSzPts val="1500"/>
              <a:buNone/>
              <a:defRPr sz="1100">
                <a:solidFill>
                  <a:srgbClr val="888888"/>
                </a:solidFill>
              </a:defRPr>
            </a:lvl9pPr>
          </a:lstStyle>
          <a:p/>
        </p:txBody>
      </p:sp>
      <p:sp>
        <p:nvSpPr>
          <p:cNvPr id="130" name="Google Shape;130;p19"/>
          <p:cNvSpPr txBox="1"/>
          <p:nvPr>
            <p:ph idx="10" type="dt"/>
          </p:nvPr>
        </p:nvSpPr>
        <p:spPr>
          <a:xfrm>
            <a:off x="457200" y="4767263"/>
            <a:ext cx="21336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900">
                <a:solidFill>
                  <a:srgbClr val="898989"/>
                </a:solidFill>
                <a:latin typeface="Calibri"/>
                <a:ea typeface="Calibri"/>
                <a:cs typeface="Calibri"/>
                <a:sym typeface="Calibri"/>
              </a:defRPr>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131" name="Google Shape;131;p19"/>
          <p:cNvSpPr txBox="1"/>
          <p:nvPr>
            <p:ph idx="11" type="ftr"/>
          </p:nvPr>
        </p:nvSpPr>
        <p:spPr>
          <a:xfrm>
            <a:off x="3124200" y="4767263"/>
            <a:ext cx="28956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p:txBody>
      </p:sp>
      <p:sp>
        <p:nvSpPr>
          <p:cNvPr id="132" name="Google Shape;132;p19"/>
          <p:cNvSpPr txBox="1"/>
          <p:nvPr>
            <p:ph idx="12" type="sldNum"/>
          </p:nvPr>
        </p:nvSpPr>
        <p:spPr>
          <a:xfrm>
            <a:off x="6553200" y="4767263"/>
            <a:ext cx="21336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3.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3.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3.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3.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hyperlink" Target="http://www.youtube.com/watch?v=lw0yUOdzSpg" TargetMode="External"/><Relationship Id="rId4"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hyperlink" Target="https://www.youtube.com/watch?v=kX3xO2J4Ic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3.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hyperlink" Target="https://youtu.be/_3is_3XHKKs?si=j2CDy_0ygBawAawJ" TargetMode="External"/><Relationship Id="rId4" Type="http://schemas.openxmlformats.org/officeDocument/2006/relationships/hyperlink" Target="http://www.youtube.com/watch?v=_3is_3XHKKs" TargetMode="External"/><Relationship Id="rId5" Type="http://schemas.openxmlformats.org/officeDocument/2006/relationships/image" Target="../media/image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hyperlink" Target="https://www.youtube.com/watch?v=ccBKoOp7ISs" TargetMode="External"/><Relationship Id="rId4" Type="http://schemas.openxmlformats.org/officeDocument/2006/relationships/hyperlink" Target="https://www.youtube.com/watch?v=ccBKoOp7ISs" TargetMode="External"/><Relationship Id="rId5" Type="http://schemas.openxmlformats.org/officeDocument/2006/relationships/hyperlink" Target="https://www.youtube.com/watch?v=ccBKoOp7ISs" TargetMode="External"/><Relationship Id="rId6" Type="http://schemas.openxmlformats.org/officeDocument/2006/relationships/hyperlink" Target="https://www.youtube.com/watch?v=ccBKoOp7ISs" TargetMode="External"/><Relationship Id="rId7" Type="http://schemas.openxmlformats.org/officeDocument/2006/relationships/hyperlink" Target="https://www.youtube.com/watch?v=TpsK_fY2BpQ&amp;pp=ygWTAURyLiBCcnVjZSBQZXJyeSBSZWd1bGF0ZSBSZWxhdGUgUmVhc29uIiBvbiB2aWRlbyBwbGF0Zm9ybXMgZm9yIHNob3J0LCBpbXBhY3RmdWwgZXhwbGFuYXRpb25zIHRoYXQgY2FuIGJlIHVzZWQgdG8gbGVhZCBkaXNjdXNzaW9ucyBpbiB0ZWFtIG1lZXRpbmdzLg%3D%3D"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0"/>
          <p:cNvSpPr txBox="1"/>
          <p:nvPr>
            <p:ph type="title"/>
          </p:nvPr>
        </p:nvSpPr>
        <p:spPr>
          <a:xfrm>
            <a:off x="0" y="2991300"/>
            <a:ext cx="9144000" cy="215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sz="5000"/>
              <a:t>The Psychology &amp; Biology of ISAP Student Learning</a:t>
            </a:r>
            <a:endParaRPr sz="5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4610425" y="45350"/>
            <a:ext cx="4474500" cy="883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ISAP Student Learning</a:t>
            </a:r>
            <a:endParaRPr/>
          </a:p>
        </p:txBody>
      </p:sp>
      <p:sp>
        <p:nvSpPr>
          <p:cNvPr id="145" name="Google Shape;145;p21"/>
          <p:cNvSpPr txBox="1"/>
          <p:nvPr/>
        </p:nvSpPr>
        <p:spPr>
          <a:xfrm>
            <a:off x="2743200" y="2252700"/>
            <a:ext cx="6400800" cy="1433700"/>
          </a:xfrm>
          <a:prstGeom prst="rect">
            <a:avLst/>
          </a:prstGeom>
          <a:noFill/>
          <a:ln>
            <a:noFill/>
          </a:ln>
        </p:spPr>
        <p:txBody>
          <a:bodyPr anchorCtr="0" anchor="t" bIns="73175" lIns="73175" spcFirstLastPara="1" rIns="73175" wrap="square" tIns="73175">
            <a:spAutoFit/>
          </a:bodyPr>
          <a:lstStyle/>
          <a:p>
            <a:pPr indent="0" lvl="0" marL="0" marR="0" rtl="0" algn="l">
              <a:lnSpc>
                <a:spcPct val="115000"/>
              </a:lnSpc>
              <a:spcBef>
                <a:spcPts val="0"/>
              </a:spcBef>
              <a:spcAft>
                <a:spcPts val="0"/>
              </a:spcAft>
              <a:buClr>
                <a:srgbClr val="000000"/>
              </a:buClr>
              <a:buSzPts val="2700"/>
              <a:buFont typeface="Arial"/>
              <a:buNone/>
            </a:pPr>
            <a:r>
              <a:rPr b="1" lang="en-US" sz="3700">
                <a:solidFill>
                  <a:srgbClr val="00A1CC"/>
                </a:solidFill>
                <a:latin typeface="Avenir"/>
                <a:ea typeface="Avenir"/>
                <a:cs typeface="Avenir"/>
                <a:sym typeface="Avenir"/>
              </a:rPr>
              <a:t>Dan Conley</a:t>
            </a:r>
            <a:endParaRPr b="1" sz="3700">
              <a:solidFill>
                <a:srgbClr val="00A1CC"/>
              </a:solidFill>
              <a:latin typeface="Avenir"/>
              <a:ea typeface="Avenir"/>
              <a:cs typeface="Avenir"/>
              <a:sym typeface="Avenir"/>
            </a:endParaRPr>
          </a:p>
          <a:p>
            <a:pPr indent="0" lvl="0" marL="0" marR="0" rtl="0" algn="l">
              <a:lnSpc>
                <a:spcPct val="115000"/>
              </a:lnSpc>
              <a:spcBef>
                <a:spcPts val="0"/>
              </a:spcBef>
              <a:spcAft>
                <a:spcPts val="0"/>
              </a:spcAft>
              <a:buClr>
                <a:srgbClr val="000000"/>
              </a:buClr>
              <a:buSzPts val="1100"/>
              <a:buFont typeface="Arial"/>
              <a:buNone/>
            </a:pPr>
            <a:r>
              <a:rPr b="1" lang="en-US" sz="2000">
                <a:solidFill>
                  <a:srgbClr val="00A1CC"/>
                </a:solidFill>
                <a:latin typeface="Avenir"/>
                <a:ea typeface="Avenir"/>
                <a:cs typeface="Avenir"/>
                <a:sym typeface="Avenir"/>
              </a:rPr>
              <a:t>Director of Internal School Alternative Provision (ISAP)</a:t>
            </a:r>
            <a:endParaRPr b="1" sz="2000">
              <a:solidFill>
                <a:srgbClr val="00A1CC"/>
              </a:solidFill>
              <a:latin typeface="Avenir"/>
              <a:ea typeface="Avenir"/>
              <a:cs typeface="Avenir"/>
              <a:sym typeface="Avenir"/>
            </a:endParaRPr>
          </a:p>
          <a:p>
            <a:pPr indent="0" lvl="0" marL="0" marR="0" rtl="0" algn="l">
              <a:lnSpc>
                <a:spcPct val="115000"/>
              </a:lnSpc>
              <a:spcBef>
                <a:spcPts val="0"/>
              </a:spcBef>
              <a:spcAft>
                <a:spcPts val="0"/>
              </a:spcAft>
              <a:buClr>
                <a:srgbClr val="000000"/>
              </a:buClr>
              <a:buSzPts val="1000"/>
              <a:buFont typeface="Arial"/>
              <a:buNone/>
            </a:pPr>
            <a:r>
              <a:rPr lang="en-US" sz="1800">
                <a:solidFill>
                  <a:srgbClr val="1C1C1C"/>
                </a:solidFill>
                <a:latin typeface="Avenir"/>
                <a:ea typeface="Avenir"/>
                <a:cs typeface="Avenir"/>
                <a:sym typeface="Avenir"/>
              </a:rPr>
              <a:t>Co-op Academies Trust</a:t>
            </a:r>
            <a:endParaRPr sz="1800">
              <a:solidFill>
                <a:srgbClr val="1C1C1C"/>
              </a:solidFill>
              <a:latin typeface="Avenir"/>
              <a:ea typeface="Avenir"/>
              <a:cs typeface="Avenir"/>
              <a:sym typeface="Avenir"/>
            </a:endParaRPr>
          </a:p>
        </p:txBody>
      </p:sp>
      <p:pic>
        <p:nvPicPr>
          <p:cNvPr id="146" name="Google Shape;146;p21" title="2.png"/>
          <p:cNvPicPr preferRelativeResize="0"/>
          <p:nvPr/>
        </p:nvPicPr>
        <p:blipFill>
          <a:blip r:embed="rId3">
            <a:alphaModFix/>
          </a:blip>
          <a:stretch>
            <a:fillRect/>
          </a:stretch>
        </p:blipFill>
        <p:spPr>
          <a:xfrm>
            <a:off x="143550" y="1552549"/>
            <a:ext cx="2773050" cy="283400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0" name="Shape 150"/>
        <p:cNvGrpSpPr/>
        <p:nvPr/>
      </p:nvGrpSpPr>
      <p:grpSpPr>
        <a:xfrm>
          <a:off x="0" y="0"/>
          <a:ext cx="0" cy="0"/>
          <a:chOff x="0" y="0"/>
          <a:chExt cx="0" cy="0"/>
        </a:xfrm>
      </p:grpSpPr>
      <p:sp>
        <p:nvSpPr>
          <p:cNvPr id="151" name="Google Shape;151;p22"/>
          <p:cNvSpPr txBox="1"/>
          <p:nvPr>
            <p:ph idx="1" type="body"/>
          </p:nvPr>
        </p:nvSpPr>
        <p:spPr>
          <a:xfrm>
            <a:off x="175800" y="1878194"/>
            <a:ext cx="8792400" cy="2986200"/>
          </a:xfrm>
          <a:prstGeom prst="rect">
            <a:avLst/>
          </a:prstGeom>
        </p:spPr>
        <p:txBody>
          <a:bodyPr anchorCtr="0" anchor="ctr" bIns="91425" lIns="91425" spcFirstLastPara="1" rIns="91425" wrap="square" tIns="91425">
            <a:spAutoFit/>
          </a:bodyPr>
          <a:lstStyle/>
          <a:p>
            <a:pPr indent="0" lvl="0" marL="0" rtl="0" algn="l">
              <a:lnSpc>
                <a:spcPct val="100000"/>
              </a:lnSpc>
              <a:spcBef>
                <a:spcPts val="0"/>
              </a:spcBef>
              <a:spcAft>
                <a:spcPts val="0"/>
              </a:spcAft>
              <a:buNone/>
            </a:pPr>
            <a:r>
              <a:rPr b="1" lang="en-US" sz="1300">
                <a:solidFill>
                  <a:srgbClr val="00A1CC"/>
                </a:solidFill>
              </a:rPr>
              <a:t>Understanding the Neurosequential Approach</a:t>
            </a:r>
            <a:endParaRPr b="1" sz="1300">
              <a:solidFill>
                <a:srgbClr val="00A1CC"/>
              </a:solidFill>
            </a:endParaRPr>
          </a:p>
          <a:p>
            <a:pPr indent="-311150" lvl="0" marL="457200" rtl="0" algn="l">
              <a:lnSpc>
                <a:spcPct val="100000"/>
              </a:lnSpc>
              <a:spcBef>
                <a:spcPts val="0"/>
              </a:spcBef>
              <a:spcAft>
                <a:spcPts val="0"/>
              </a:spcAft>
              <a:buClr>
                <a:schemeClr val="dk1"/>
              </a:buClr>
              <a:buSzPts val="1300"/>
              <a:buChar char="●"/>
            </a:pPr>
            <a:r>
              <a:rPr b="1" lang="en-US" sz="1300">
                <a:solidFill>
                  <a:schemeClr val="dk1"/>
                </a:solidFill>
              </a:rPr>
              <a:t>Define the fundamental premise of Neurosequential Approach</a:t>
            </a:r>
            <a:endParaRPr b="1" sz="1300">
              <a:solidFill>
                <a:schemeClr val="dk1"/>
              </a:solidFill>
            </a:endParaRPr>
          </a:p>
          <a:p>
            <a:pPr indent="-311150" lvl="0" marL="457200" rtl="0" algn="l">
              <a:lnSpc>
                <a:spcPct val="100000"/>
              </a:lnSpc>
              <a:spcBef>
                <a:spcPts val="0"/>
              </a:spcBef>
              <a:spcAft>
                <a:spcPts val="0"/>
              </a:spcAft>
              <a:buClr>
                <a:schemeClr val="dk1"/>
              </a:buClr>
              <a:buSzPts val="1300"/>
              <a:buChar char="●"/>
            </a:pPr>
            <a:r>
              <a:rPr b="1" lang="en-US" sz="1300">
                <a:solidFill>
                  <a:schemeClr val="dk1"/>
                </a:solidFill>
              </a:rPr>
              <a:t>Discuss the impact of developmental trauma and chronic stress on the sequencing of brain development (bottom-up processing).</a:t>
            </a:r>
            <a:endParaRPr b="1" sz="1300">
              <a:solidFill>
                <a:schemeClr val="dk1"/>
              </a:solidFill>
            </a:endParaRPr>
          </a:p>
          <a:p>
            <a:pPr indent="-311150" lvl="0" marL="457200" rtl="0" algn="l">
              <a:lnSpc>
                <a:spcPct val="100000"/>
              </a:lnSpc>
              <a:spcBef>
                <a:spcPts val="0"/>
              </a:spcBef>
              <a:spcAft>
                <a:spcPts val="0"/>
              </a:spcAft>
              <a:buClr>
                <a:schemeClr val="dk1"/>
              </a:buClr>
              <a:buSzPts val="1300"/>
              <a:buChar char="●"/>
            </a:pPr>
            <a:r>
              <a:rPr b="1" lang="en-US" sz="1300">
                <a:solidFill>
                  <a:schemeClr val="dk1"/>
                </a:solidFill>
              </a:rPr>
              <a:t>Explain the role of the brainstem, diencephalon, limbic system, and cortex in student stress response and learning capacity.</a:t>
            </a:r>
            <a:endParaRPr b="1" sz="1300">
              <a:solidFill>
                <a:schemeClr val="dk1"/>
              </a:solidFill>
            </a:endParaRPr>
          </a:p>
          <a:p>
            <a:pPr indent="0" lvl="0" marL="0" rtl="0" algn="l">
              <a:lnSpc>
                <a:spcPct val="100000"/>
              </a:lnSpc>
              <a:spcBef>
                <a:spcPts val="0"/>
              </a:spcBef>
              <a:spcAft>
                <a:spcPts val="0"/>
              </a:spcAft>
              <a:buNone/>
            </a:pPr>
            <a:r>
              <a:t/>
            </a:r>
            <a:endParaRPr b="1" sz="1300">
              <a:solidFill>
                <a:schemeClr val="dk1"/>
              </a:solidFill>
            </a:endParaRPr>
          </a:p>
          <a:p>
            <a:pPr indent="0" lvl="0" marL="0" rtl="0" algn="l">
              <a:lnSpc>
                <a:spcPct val="100000"/>
              </a:lnSpc>
              <a:spcBef>
                <a:spcPts val="0"/>
              </a:spcBef>
              <a:spcAft>
                <a:spcPts val="0"/>
              </a:spcAft>
              <a:buNone/>
            </a:pPr>
            <a:r>
              <a:rPr b="1" lang="en-US" sz="1300">
                <a:solidFill>
                  <a:srgbClr val="00A1CC"/>
                </a:solidFill>
              </a:rPr>
              <a:t>Linking to the 'Regulate, Relate, Reason' (RRR) Framework</a:t>
            </a:r>
            <a:endParaRPr b="1" sz="1300">
              <a:solidFill>
                <a:srgbClr val="00A1CC"/>
              </a:solidFill>
            </a:endParaRPr>
          </a:p>
          <a:p>
            <a:pPr indent="-311150" lvl="0" marL="457200" rtl="0" algn="l">
              <a:lnSpc>
                <a:spcPct val="100000"/>
              </a:lnSpc>
              <a:spcBef>
                <a:spcPts val="0"/>
              </a:spcBef>
              <a:spcAft>
                <a:spcPts val="0"/>
              </a:spcAft>
              <a:buClr>
                <a:schemeClr val="dk1"/>
              </a:buClr>
              <a:buSzPts val="1300"/>
              <a:buChar char="●"/>
            </a:pPr>
            <a:r>
              <a:rPr b="1" lang="en-US" sz="1300">
                <a:solidFill>
                  <a:schemeClr val="dk1"/>
                </a:solidFill>
              </a:rPr>
              <a:t>Map the RRR stages directly onto the NA hierarchy: </a:t>
            </a:r>
            <a:endParaRPr b="1" sz="1300">
              <a:solidFill>
                <a:schemeClr val="dk1"/>
              </a:solidFill>
            </a:endParaRPr>
          </a:p>
          <a:p>
            <a:pPr indent="-311150" lvl="1" marL="914400" rtl="0" algn="l">
              <a:lnSpc>
                <a:spcPct val="100000"/>
              </a:lnSpc>
              <a:spcBef>
                <a:spcPts val="0"/>
              </a:spcBef>
              <a:spcAft>
                <a:spcPts val="0"/>
              </a:spcAft>
              <a:buClr>
                <a:schemeClr val="dk1"/>
              </a:buClr>
              <a:buSzPts val="1300"/>
              <a:buChar char="○"/>
            </a:pPr>
            <a:r>
              <a:rPr b="1" lang="en-US" sz="1300">
                <a:solidFill>
                  <a:schemeClr val="dk1"/>
                </a:solidFill>
              </a:rPr>
              <a:t>Regulate (Brainstem/Diencephalon), Relate (Limbic System), Reason (Cortex).</a:t>
            </a:r>
            <a:endParaRPr b="1" sz="1300">
              <a:solidFill>
                <a:schemeClr val="dk1"/>
              </a:solidFill>
            </a:endParaRPr>
          </a:p>
          <a:p>
            <a:pPr indent="-311150" lvl="0" marL="457200" rtl="0" algn="l">
              <a:lnSpc>
                <a:spcPct val="100000"/>
              </a:lnSpc>
              <a:spcBef>
                <a:spcPts val="0"/>
              </a:spcBef>
              <a:spcAft>
                <a:spcPts val="0"/>
              </a:spcAft>
              <a:buClr>
                <a:schemeClr val="dk1"/>
              </a:buClr>
              <a:buSzPts val="1300"/>
              <a:buChar char="●"/>
            </a:pPr>
            <a:r>
              <a:rPr b="1" lang="en-US" sz="1300">
                <a:solidFill>
                  <a:schemeClr val="dk1"/>
                </a:solidFill>
              </a:rPr>
              <a:t>Practice identifying observable signs of dysregulation in students in an AP environment </a:t>
            </a:r>
            <a:endParaRPr b="1" sz="1300">
              <a:solidFill>
                <a:schemeClr val="dk1"/>
              </a:solidFill>
            </a:endParaRPr>
          </a:p>
          <a:p>
            <a:pPr indent="-311150" lvl="1" marL="914400" rtl="0" algn="l">
              <a:lnSpc>
                <a:spcPct val="100000"/>
              </a:lnSpc>
              <a:spcBef>
                <a:spcPts val="0"/>
              </a:spcBef>
              <a:spcAft>
                <a:spcPts val="0"/>
              </a:spcAft>
              <a:buClr>
                <a:schemeClr val="dk1"/>
              </a:buClr>
              <a:buSzPts val="1300"/>
              <a:buChar char="○"/>
            </a:pPr>
            <a:r>
              <a:rPr b="1" lang="en-US" sz="1300">
                <a:solidFill>
                  <a:schemeClr val="dk1"/>
                </a:solidFill>
              </a:rPr>
              <a:t>(e.g., hyper-vigilance, freezing, impulsivity).</a:t>
            </a:r>
            <a:endParaRPr b="1" sz="1300">
              <a:solidFill>
                <a:schemeClr val="dk1"/>
              </a:solidFill>
            </a:endParaRPr>
          </a:p>
          <a:p>
            <a:pPr indent="-311150" lvl="0" marL="457200" rtl="0" algn="l">
              <a:lnSpc>
                <a:spcPct val="100000"/>
              </a:lnSpc>
              <a:spcBef>
                <a:spcPts val="0"/>
              </a:spcBef>
              <a:spcAft>
                <a:spcPts val="0"/>
              </a:spcAft>
              <a:buClr>
                <a:schemeClr val="dk1"/>
              </a:buClr>
              <a:buSzPts val="1300"/>
              <a:buChar char="●"/>
            </a:pPr>
            <a:r>
              <a:rPr b="1" lang="en-US" sz="1300">
                <a:solidFill>
                  <a:schemeClr val="dk1"/>
                </a:solidFill>
              </a:rPr>
              <a:t>Detail the necessity of achieving a regulated state before any meaningful relational or cognitive work can occur.</a:t>
            </a:r>
            <a:endParaRPr b="1" sz="1300">
              <a:solidFill>
                <a:schemeClr val="dk1"/>
              </a:solidFill>
            </a:endParaRPr>
          </a:p>
        </p:txBody>
      </p:sp>
      <p:sp>
        <p:nvSpPr>
          <p:cNvPr id="152" name="Google Shape;152;p22"/>
          <p:cNvSpPr txBox="1"/>
          <p:nvPr>
            <p:ph type="title"/>
          </p:nvPr>
        </p:nvSpPr>
        <p:spPr>
          <a:xfrm>
            <a:off x="4610425" y="45350"/>
            <a:ext cx="4474500" cy="883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ISAP Student Learning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6" name="Shape 156"/>
        <p:cNvGrpSpPr/>
        <p:nvPr/>
      </p:nvGrpSpPr>
      <p:grpSpPr>
        <a:xfrm>
          <a:off x="0" y="0"/>
          <a:ext cx="0" cy="0"/>
          <a:chOff x="0" y="0"/>
          <a:chExt cx="0" cy="0"/>
        </a:xfrm>
      </p:grpSpPr>
      <p:sp>
        <p:nvSpPr>
          <p:cNvPr id="157" name="Google Shape;157;p23"/>
          <p:cNvSpPr txBox="1"/>
          <p:nvPr>
            <p:ph idx="2" type="title"/>
          </p:nvPr>
        </p:nvSpPr>
        <p:spPr>
          <a:xfrm>
            <a:off x="4610425" y="45350"/>
            <a:ext cx="4474500" cy="883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ISAP Student Learning</a:t>
            </a:r>
            <a:endParaRPr/>
          </a:p>
        </p:txBody>
      </p:sp>
      <p:sp>
        <p:nvSpPr>
          <p:cNvPr id="158" name="Google Shape;158;p23"/>
          <p:cNvSpPr txBox="1"/>
          <p:nvPr>
            <p:ph type="title"/>
          </p:nvPr>
        </p:nvSpPr>
        <p:spPr>
          <a:xfrm>
            <a:off x="0" y="1508125"/>
            <a:ext cx="9144000" cy="215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Meet your brain…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sp>
        <p:nvSpPr>
          <p:cNvPr id="163" name="Google Shape;163;p24"/>
          <p:cNvSpPr txBox="1"/>
          <p:nvPr>
            <p:ph idx="1" type="body"/>
          </p:nvPr>
        </p:nvSpPr>
        <p:spPr>
          <a:xfrm>
            <a:off x="175800" y="878700"/>
            <a:ext cx="8792400" cy="36261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lang="en-US" sz="2400">
                <a:solidFill>
                  <a:srgbClr val="1C1C1C"/>
                </a:solidFill>
                <a:latin typeface="Avenir"/>
                <a:ea typeface="Avenir"/>
                <a:cs typeface="Avenir"/>
                <a:sym typeface="Avenir"/>
              </a:rPr>
              <a:t>The Brain Stem</a:t>
            </a:r>
            <a:endParaRPr sz="2400">
              <a:solidFill>
                <a:srgbClr val="1C1C1C"/>
              </a:solidFill>
              <a:latin typeface="Avenir"/>
              <a:ea typeface="Avenir"/>
              <a:cs typeface="Avenir"/>
              <a:sym typeface="Avenir"/>
            </a:endParaRPr>
          </a:p>
          <a:p>
            <a:pPr indent="0" lvl="0" marL="0" rtl="0" algn="l">
              <a:lnSpc>
                <a:spcPct val="115000"/>
              </a:lnSpc>
              <a:spcBef>
                <a:spcPts val="0"/>
              </a:spcBef>
              <a:spcAft>
                <a:spcPts val="0"/>
              </a:spcAft>
              <a:buNone/>
            </a:pPr>
            <a:r>
              <a:t/>
            </a:r>
            <a:endParaRPr sz="2400">
              <a:solidFill>
                <a:srgbClr val="1C1C1C"/>
              </a:solidFill>
              <a:latin typeface="Avenir"/>
              <a:ea typeface="Avenir"/>
              <a:cs typeface="Avenir"/>
              <a:sym typeface="Avenir"/>
            </a:endParaRPr>
          </a:p>
          <a:p>
            <a:pPr indent="-361950" lvl="0" marL="457200" rtl="0" algn="l">
              <a:lnSpc>
                <a:spcPct val="115000"/>
              </a:lnSpc>
              <a:spcBef>
                <a:spcPts val="0"/>
              </a:spcBef>
              <a:spcAft>
                <a:spcPts val="0"/>
              </a:spcAft>
              <a:buClr>
                <a:srgbClr val="1C1C1C"/>
              </a:buClr>
              <a:buSzPts val="2100"/>
              <a:buFont typeface="Avenir"/>
              <a:buChar char="●"/>
            </a:pPr>
            <a:r>
              <a:rPr lang="en-US" sz="2400">
                <a:solidFill>
                  <a:srgbClr val="1C1C1C"/>
                </a:solidFill>
                <a:latin typeface="Avenir"/>
                <a:ea typeface="Avenir"/>
                <a:cs typeface="Avenir"/>
                <a:sym typeface="Avenir"/>
              </a:rPr>
              <a:t>Our life support centre </a:t>
            </a:r>
            <a:endParaRPr sz="2400">
              <a:solidFill>
                <a:srgbClr val="1C1C1C"/>
              </a:solidFill>
              <a:latin typeface="Avenir"/>
              <a:ea typeface="Avenir"/>
              <a:cs typeface="Avenir"/>
              <a:sym typeface="Avenir"/>
            </a:endParaRPr>
          </a:p>
          <a:p>
            <a:pPr indent="-361950" lvl="0" marL="457200" rtl="0" algn="l">
              <a:lnSpc>
                <a:spcPct val="115000"/>
              </a:lnSpc>
              <a:spcBef>
                <a:spcPts val="0"/>
              </a:spcBef>
              <a:spcAft>
                <a:spcPts val="0"/>
              </a:spcAft>
              <a:buClr>
                <a:srgbClr val="1C1C1C"/>
              </a:buClr>
              <a:buSzPts val="2100"/>
              <a:buFont typeface="Avenir"/>
              <a:buChar char="●"/>
            </a:pPr>
            <a:r>
              <a:rPr lang="en-US" sz="2400">
                <a:solidFill>
                  <a:srgbClr val="1C1C1C"/>
                </a:solidFill>
                <a:latin typeface="Avenir"/>
                <a:ea typeface="Avenir"/>
                <a:cs typeface="Avenir"/>
                <a:sym typeface="Avenir"/>
              </a:rPr>
              <a:t>Regulates pulse, breathing, blood pressure</a:t>
            </a:r>
            <a:endParaRPr sz="2400">
              <a:solidFill>
                <a:srgbClr val="1C1C1C"/>
              </a:solidFill>
              <a:latin typeface="Avenir"/>
              <a:ea typeface="Avenir"/>
              <a:cs typeface="Avenir"/>
              <a:sym typeface="Avenir"/>
            </a:endParaRPr>
          </a:p>
          <a:p>
            <a:pPr indent="-361950" lvl="0" marL="457200" rtl="0" algn="l">
              <a:lnSpc>
                <a:spcPct val="115000"/>
              </a:lnSpc>
              <a:spcBef>
                <a:spcPts val="0"/>
              </a:spcBef>
              <a:spcAft>
                <a:spcPts val="0"/>
              </a:spcAft>
              <a:buClr>
                <a:srgbClr val="1C1C1C"/>
              </a:buClr>
              <a:buSzPts val="2100"/>
              <a:buFont typeface="Avenir"/>
              <a:buChar char="●"/>
            </a:pPr>
            <a:r>
              <a:rPr lang="en-US" sz="2400">
                <a:solidFill>
                  <a:srgbClr val="1C1C1C"/>
                </a:solidFill>
                <a:latin typeface="Avenir"/>
                <a:ea typeface="Avenir"/>
                <a:cs typeface="Avenir"/>
                <a:sym typeface="Avenir"/>
              </a:rPr>
              <a:t>Develops first, mature by birth</a:t>
            </a:r>
            <a:endParaRPr sz="2400">
              <a:solidFill>
                <a:srgbClr val="1C1C1C"/>
              </a:solidFill>
              <a:latin typeface="Avenir"/>
              <a:ea typeface="Avenir"/>
              <a:cs typeface="Avenir"/>
              <a:sym typeface="Avenir"/>
            </a:endParaRPr>
          </a:p>
        </p:txBody>
      </p:sp>
      <p:pic>
        <p:nvPicPr>
          <p:cNvPr id="164" name="Google Shape;164;p24"/>
          <p:cNvPicPr preferRelativeResize="0"/>
          <p:nvPr/>
        </p:nvPicPr>
        <p:blipFill rotWithShape="1">
          <a:blip r:embed="rId3">
            <a:alphaModFix/>
          </a:blip>
          <a:srcRect b="46587" l="0" r="69103" t="0"/>
          <a:stretch/>
        </p:blipFill>
        <p:spPr>
          <a:xfrm>
            <a:off x="6315673" y="811025"/>
            <a:ext cx="2652527" cy="2775900"/>
          </a:xfrm>
          <a:prstGeom prst="rect">
            <a:avLst/>
          </a:prstGeom>
          <a:noFill/>
          <a:ln>
            <a:noFill/>
          </a:ln>
        </p:spPr>
      </p:pic>
      <p:sp>
        <p:nvSpPr>
          <p:cNvPr id="165" name="Google Shape;165;p24"/>
          <p:cNvSpPr txBox="1"/>
          <p:nvPr>
            <p:ph type="title"/>
          </p:nvPr>
        </p:nvSpPr>
        <p:spPr>
          <a:xfrm>
            <a:off x="0" y="0"/>
            <a:ext cx="9144000" cy="71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The Neurosequential Approach</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9" name="Shape 169"/>
        <p:cNvGrpSpPr/>
        <p:nvPr/>
      </p:nvGrpSpPr>
      <p:grpSpPr>
        <a:xfrm>
          <a:off x="0" y="0"/>
          <a:ext cx="0" cy="0"/>
          <a:chOff x="0" y="0"/>
          <a:chExt cx="0" cy="0"/>
        </a:xfrm>
      </p:grpSpPr>
      <p:sp>
        <p:nvSpPr>
          <p:cNvPr id="170" name="Google Shape;170;p25"/>
          <p:cNvSpPr txBox="1"/>
          <p:nvPr>
            <p:ph idx="1" type="body"/>
          </p:nvPr>
        </p:nvSpPr>
        <p:spPr>
          <a:xfrm>
            <a:off x="175800" y="878700"/>
            <a:ext cx="8792400" cy="36261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lang="en-US" sz="2400">
                <a:solidFill>
                  <a:srgbClr val="1C1C1C"/>
                </a:solidFill>
              </a:rPr>
              <a:t>The Limbic System</a:t>
            </a:r>
            <a:endParaRPr sz="2400">
              <a:solidFill>
                <a:srgbClr val="1C1C1C"/>
              </a:solidFill>
            </a:endParaRPr>
          </a:p>
          <a:p>
            <a:pPr indent="0" lvl="0" marL="0" rtl="0" algn="l">
              <a:lnSpc>
                <a:spcPct val="115000"/>
              </a:lnSpc>
              <a:spcBef>
                <a:spcPts val="0"/>
              </a:spcBef>
              <a:spcAft>
                <a:spcPts val="0"/>
              </a:spcAft>
              <a:buNone/>
            </a:pPr>
            <a:r>
              <a:t/>
            </a:r>
            <a:endParaRPr sz="2400">
              <a:solidFill>
                <a:srgbClr val="1C1C1C"/>
              </a:solidFill>
            </a:endParaRPr>
          </a:p>
          <a:p>
            <a:pPr indent="-361950" lvl="0" marL="457200" rtl="0" algn="l">
              <a:lnSpc>
                <a:spcPct val="115000"/>
              </a:lnSpc>
              <a:spcBef>
                <a:spcPts val="0"/>
              </a:spcBef>
              <a:spcAft>
                <a:spcPts val="0"/>
              </a:spcAft>
              <a:buClr>
                <a:srgbClr val="1C1C1C"/>
              </a:buClr>
              <a:buSzPts val="2100"/>
              <a:buChar char="●"/>
            </a:pPr>
            <a:r>
              <a:rPr lang="en-US" sz="2400">
                <a:solidFill>
                  <a:srgbClr val="1C1C1C"/>
                </a:solidFill>
              </a:rPr>
              <a:t>The seat of our emotion</a:t>
            </a:r>
            <a:endParaRPr sz="2400">
              <a:solidFill>
                <a:srgbClr val="1C1C1C"/>
              </a:solidFill>
            </a:endParaRPr>
          </a:p>
          <a:p>
            <a:pPr indent="-361950" lvl="0" marL="457200" rtl="0" algn="l">
              <a:lnSpc>
                <a:spcPct val="115000"/>
              </a:lnSpc>
              <a:spcBef>
                <a:spcPts val="0"/>
              </a:spcBef>
              <a:spcAft>
                <a:spcPts val="0"/>
              </a:spcAft>
              <a:buClr>
                <a:srgbClr val="1C1C1C"/>
              </a:buClr>
              <a:buSzPts val="2100"/>
              <a:buChar char="●"/>
            </a:pPr>
            <a:r>
              <a:rPr lang="en-US" sz="2400">
                <a:solidFill>
                  <a:srgbClr val="1C1C1C"/>
                </a:solidFill>
              </a:rPr>
              <a:t>Relational connection and attachment</a:t>
            </a:r>
            <a:endParaRPr sz="2400">
              <a:solidFill>
                <a:srgbClr val="1C1C1C"/>
              </a:solidFill>
            </a:endParaRPr>
          </a:p>
          <a:p>
            <a:pPr indent="-361950" lvl="0" marL="457200" rtl="0" algn="l">
              <a:lnSpc>
                <a:spcPct val="115000"/>
              </a:lnSpc>
              <a:spcBef>
                <a:spcPts val="0"/>
              </a:spcBef>
              <a:spcAft>
                <a:spcPts val="0"/>
              </a:spcAft>
              <a:buClr>
                <a:srgbClr val="1C1C1C"/>
              </a:buClr>
              <a:buSzPts val="2100"/>
              <a:buChar char="●"/>
            </a:pPr>
            <a:r>
              <a:rPr lang="en-US" sz="2400">
                <a:solidFill>
                  <a:srgbClr val="1C1C1C"/>
                </a:solidFill>
              </a:rPr>
              <a:t>Matures by 10-13 years old</a:t>
            </a:r>
            <a:endParaRPr sz="2400">
              <a:solidFill>
                <a:srgbClr val="1C1C1C"/>
              </a:solidFill>
            </a:endParaRPr>
          </a:p>
        </p:txBody>
      </p:sp>
      <p:sp>
        <p:nvSpPr>
          <p:cNvPr id="171" name="Google Shape;171;p25"/>
          <p:cNvSpPr txBox="1"/>
          <p:nvPr>
            <p:ph type="title"/>
          </p:nvPr>
        </p:nvSpPr>
        <p:spPr>
          <a:xfrm>
            <a:off x="0" y="0"/>
            <a:ext cx="9144000" cy="71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The Neurosequential Approach</a:t>
            </a:r>
            <a:endParaRPr/>
          </a:p>
        </p:txBody>
      </p:sp>
      <p:pic>
        <p:nvPicPr>
          <p:cNvPr id="172" name="Google Shape;172;p25"/>
          <p:cNvPicPr preferRelativeResize="0"/>
          <p:nvPr/>
        </p:nvPicPr>
        <p:blipFill rotWithShape="1">
          <a:blip r:embed="rId3">
            <a:alphaModFix/>
          </a:blip>
          <a:srcRect b="46587" l="34136" r="34136" t="0"/>
          <a:stretch/>
        </p:blipFill>
        <p:spPr>
          <a:xfrm>
            <a:off x="6315675" y="878700"/>
            <a:ext cx="2729625" cy="2775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6" name="Shape 176"/>
        <p:cNvGrpSpPr/>
        <p:nvPr/>
      </p:nvGrpSpPr>
      <p:grpSpPr>
        <a:xfrm>
          <a:off x="0" y="0"/>
          <a:ext cx="0" cy="0"/>
          <a:chOff x="0" y="0"/>
          <a:chExt cx="0" cy="0"/>
        </a:xfrm>
      </p:grpSpPr>
      <p:sp>
        <p:nvSpPr>
          <p:cNvPr id="177" name="Google Shape;177;p26"/>
          <p:cNvSpPr txBox="1"/>
          <p:nvPr>
            <p:ph idx="1" type="body"/>
          </p:nvPr>
        </p:nvSpPr>
        <p:spPr>
          <a:xfrm>
            <a:off x="175800" y="878700"/>
            <a:ext cx="8792400" cy="36261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lang="en-US" sz="2400">
                <a:solidFill>
                  <a:srgbClr val="1C1C1C"/>
                </a:solidFill>
              </a:rPr>
              <a:t>The Cortex</a:t>
            </a:r>
            <a:endParaRPr sz="2400">
              <a:solidFill>
                <a:srgbClr val="1C1C1C"/>
              </a:solidFill>
            </a:endParaRPr>
          </a:p>
          <a:p>
            <a:pPr indent="0" lvl="0" marL="0" rtl="0" algn="l">
              <a:lnSpc>
                <a:spcPct val="115000"/>
              </a:lnSpc>
              <a:spcBef>
                <a:spcPts val="0"/>
              </a:spcBef>
              <a:spcAft>
                <a:spcPts val="0"/>
              </a:spcAft>
              <a:buNone/>
            </a:pPr>
            <a:r>
              <a:t/>
            </a:r>
            <a:endParaRPr sz="2400">
              <a:solidFill>
                <a:srgbClr val="1C1C1C"/>
              </a:solidFill>
            </a:endParaRPr>
          </a:p>
          <a:p>
            <a:pPr indent="-361950" lvl="0" marL="457200" rtl="0" algn="l">
              <a:lnSpc>
                <a:spcPct val="115000"/>
              </a:lnSpc>
              <a:spcBef>
                <a:spcPts val="0"/>
              </a:spcBef>
              <a:spcAft>
                <a:spcPts val="0"/>
              </a:spcAft>
              <a:buClr>
                <a:srgbClr val="1C1C1C"/>
              </a:buClr>
              <a:buSzPts val="2100"/>
              <a:buChar char="●"/>
            </a:pPr>
            <a:r>
              <a:rPr lang="en-US" sz="2400">
                <a:solidFill>
                  <a:srgbClr val="1C1C1C"/>
                </a:solidFill>
              </a:rPr>
              <a:t>Home of uniquely human capabilities</a:t>
            </a:r>
            <a:endParaRPr sz="2400">
              <a:solidFill>
                <a:srgbClr val="1C1C1C"/>
              </a:solidFill>
            </a:endParaRPr>
          </a:p>
          <a:p>
            <a:pPr indent="-361950" lvl="0" marL="457200" rtl="0" algn="l">
              <a:lnSpc>
                <a:spcPct val="115000"/>
              </a:lnSpc>
              <a:spcBef>
                <a:spcPts val="0"/>
              </a:spcBef>
              <a:spcAft>
                <a:spcPts val="0"/>
              </a:spcAft>
              <a:buClr>
                <a:srgbClr val="1C1C1C"/>
              </a:buClr>
              <a:buSzPts val="2100"/>
              <a:buChar char="●"/>
            </a:pPr>
            <a:r>
              <a:rPr lang="en-US" sz="2400">
                <a:solidFill>
                  <a:srgbClr val="1C1C1C"/>
                </a:solidFill>
              </a:rPr>
              <a:t>Logical reasoning, </a:t>
            </a:r>
            <a:r>
              <a:rPr lang="en-US" sz="2400" u="sng">
                <a:solidFill>
                  <a:srgbClr val="1C1C1C"/>
                </a:solidFill>
              </a:rPr>
              <a:t>regulating, inhibiting</a:t>
            </a:r>
            <a:endParaRPr sz="2400" u="sng">
              <a:solidFill>
                <a:srgbClr val="1C1C1C"/>
              </a:solidFill>
            </a:endParaRPr>
          </a:p>
          <a:p>
            <a:pPr indent="-361950" lvl="0" marL="457200" rtl="0" algn="l">
              <a:lnSpc>
                <a:spcPct val="115000"/>
              </a:lnSpc>
              <a:spcBef>
                <a:spcPts val="0"/>
              </a:spcBef>
              <a:spcAft>
                <a:spcPts val="0"/>
              </a:spcAft>
              <a:buClr>
                <a:srgbClr val="1C1C1C"/>
              </a:buClr>
              <a:buSzPts val="2100"/>
              <a:buChar char="●"/>
            </a:pPr>
            <a:r>
              <a:rPr lang="en-US" sz="2400">
                <a:solidFill>
                  <a:srgbClr val="1C1C1C"/>
                </a:solidFill>
              </a:rPr>
              <a:t>Fully matures by 25 years old</a:t>
            </a:r>
            <a:endParaRPr sz="2400">
              <a:solidFill>
                <a:srgbClr val="1C1C1C"/>
              </a:solidFill>
            </a:endParaRPr>
          </a:p>
        </p:txBody>
      </p:sp>
      <p:sp>
        <p:nvSpPr>
          <p:cNvPr id="178" name="Google Shape;178;p26"/>
          <p:cNvSpPr txBox="1"/>
          <p:nvPr>
            <p:ph type="title"/>
          </p:nvPr>
        </p:nvSpPr>
        <p:spPr>
          <a:xfrm>
            <a:off x="0" y="0"/>
            <a:ext cx="9144000" cy="71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The Neurosequential Approach</a:t>
            </a:r>
            <a:endParaRPr/>
          </a:p>
        </p:txBody>
      </p:sp>
      <p:pic>
        <p:nvPicPr>
          <p:cNvPr id="179" name="Google Shape;179;p26"/>
          <p:cNvPicPr preferRelativeResize="0"/>
          <p:nvPr/>
        </p:nvPicPr>
        <p:blipFill rotWithShape="1">
          <a:blip r:embed="rId3">
            <a:alphaModFix/>
          </a:blip>
          <a:srcRect b="46587" l="68272" r="0" t="0"/>
          <a:stretch/>
        </p:blipFill>
        <p:spPr>
          <a:xfrm>
            <a:off x="6315673" y="878700"/>
            <a:ext cx="2729635" cy="2775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3" name="Shape 183"/>
        <p:cNvGrpSpPr/>
        <p:nvPr/>
      </p:nvGrpSpPr>
      <p:grpSpPr>
        <a:xfrm>
          <a:off x="0" y="0"/>
          <a:ext cx="0" cy="0"/>
          <a:chOff x="0" y="0"/>
          <a:chExt cx="0" cy="0"/>
        </a:xfrm>
      </p:grpSpPr>
      <p:sp>
        <p:nvSpPr>
          <p:cNvPr id="184" name="Google Shape;184;p27"/>
          <p:cNvSpPr txBox="1"/>
          <p:nvPr>
            <p:ph idx="2" type="title"/>
          </p:nvPr>
        </p:nvSpPr>
        <p:spPr>
          <a:xfrm>
            <a:off x="4610425" y="45350"/>
            <a:ext cx="4474500" cy="883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ISAP Student Learning</a:t>
            </a:r>
            <a:endParaRPr/>
          </a:p>
        </p:txBody>
      </p:sp>
      <p:sp>
        <p:nvSpPr>
          <p:cNvPr id="185" name="Google Shape;185;p27"/>
          <p:cNvSpPr txBox="1"/>
          <p:nvPr>
            <p:ph type="title"/>
          </p:nvPr>
        </p:nvSpPr>
        <p:spPr>
          <a:xfrm>
            <a:off x="0" y="1508125"/>
            <a:ext cx="9144000" cy="215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Meet your body...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9" name="Shape 189"/>
        <p:cNvGrpSpPr/>
        <p:nvPr/>
      </p:nvGrpSpPr>
      <p:grpSpPr>
        <a:xfrm>
          <a:off x="0" y="0"/>
          <a:ext cx="0" cy="0"/>
          <a:chOff x="0" y="0"/>
          <a:chExt cx="0" cy="0"/>
        </a:xfrm>
      </p:grpSpPr>
      <p:sp>
        <p:nvSpPr>
          <p:cNvPr id="190" name="Google Shape;190;p28"/>
          <p:cNvSpPr txBox="1"/>
          <p:nvPr>
            <p:ph idx="1" type="body"/>
          </p:nvPr>
        </p:nvSpPr>
        <p:spPr>
          <a:xfrm>
            <a:off x="175800" y="878700"/>
            <a:ext cx="8792400" cy="37965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2400">
                <a:solidFill>
                  <a:srgbClr val="1C1C1C"/>
                </a:solidFill>
                <a:latin typeface="Avenir"/>
                <a:ea typeface="Avenir"/>
                <a:cs typeface="Avenir"/>
                <a:sym typeface="Avenir"/>
              </a:rPr>
              <a:t>Take yourself back to a major and heated conflict you had with someone. </a:t>
            </a:r>
            <a:endParaRPr sz="2400">
              <a:solidFill>
                <a:srgbClr val="1C1C1C"/>
              </a:solidFill>
              <a:latin typeface="Avenir"/>
              <a:ea typeface="Avenir"/>
              <a:cs typeface="Avenir"/>
              <a:sym typeface="Avenir"/>
            </a:endParaRPr>
          </a:p>
          <a:p>
            <a:pPr indent="0" lvl="0" marL="0" rtl="0" algn="l">
              <a:lnSpc>
                <a:spcPct val="115000"/>
              </a:lnSpc>
              <a:spcBef>
                <a:spcPts val="0"/>
              </a:spcBef>
              <a:spcAft>
                <a:spcPts val="0"/>
              </a:spcAft>
              <a:buNone/>
            </a:pPr>
            <a:r>
              <a:t/>
            </a:r>
            <a:endParaRPr sz="2400">
              <a:solidFill>
                <a:srgbClr val="1C1C1C"/>
              </a:solidFill>
            </a:endParaRPr>
          </a:p>
          <a:p>
            <a:pPr indent="-381000" lvl="0" marL="914400" rtl="0" algn="l">
              <a:lnSpc>
                <a:spcPct val="115000"/>
              </a:lnSpc>
              <a:spcBef>
                <a:spcPts val="0"/>
              </a:spcBef>
              <a:spcAft>
                <a:spcPts val="0"/>
              </a:spcAft>
              <a:buClr>
                <a:srgbClr val="1C1C1C"/>
              </a:buClr>
              <a:buSzPts val="2400"/>
              <a:buFont typeface="Avenir"/>
              <a:buChar char="●"/>
            </a:pPr>
            <a:r>
              <a:rPr lang="en-US" sz="2400">
                <a:solidFill>
                  <a:srgbClr val="1C1C1C"/>
                </a:solidFill>
                <a:latin typeface="Avenir"/>
                <a:ea typeface="Avenir"/>
                <a:cs typeface="Avenir"/>
                <a:sym typeface="Avenir"/>
              </a:rPr>
              <a:t>Try to visualise the place you were in and the events as clearly as possible. </a:t>
            </a:r>
            <a:endParaRPr sz="2400">
              <a:solidFill>
                <a:srgbClr val="1C1C1C"/>
              </a:solidFill>
            </a:endParaRPr>
          </a:p>
          <a:p>
            <a:pPr indent="0" lvl="0" marL="457200" rtl="0" algn="l">
              <a:lnSpc>
                <a:spcPct val="115000"/>
              </a:lnSpc>
              <a:spcBef>
                <a:spcPts val="0"/>
              </a:spcBef>
              <a:spcAft>
                <a:spcPts val="0"/>
              </a:spcAft>
              <a:buNone/>
            </a:pPr>
            <a:r>
              <a:t/>
            </a:r>
            <a:endParaRPr sz="2400">
              <a:solidFill>
                <a:srgbClr val="1C1C1C"/>
              </a:solidFill>
            </a:endParaRPr>
          </a:p>
          <a:p>
            <a:pPr indent="-381000" lvl="0" marL="914400" rtl="0" algn="l">
              <a:lnSpc>
                <a:spcPct val="115000"/>
              </a:lnSpc>
              <a:spcBef>
                <a:spcPts val="0"/>
              </a:spcBef>
              <a:spcAft>
                <a:spcPts val="0"/>
              </a:spcAft>
              <a:buClr>
                <a:srgbClr val="1C1C1C"/>
              </a:buClr>
              <a:buSzPts val="2400"/>
              <a:buFont typeface="Avenir"/>
              <a:buChar char="●"/>
            </a:pPr>
            <a:r>
              <a:rPr lang="en-US" sz="2400">
                <a:solidFill>
                  <a:srgbClr val="1C1C1C"/>
                </a:solidFill>
                <a:latin typeface="Avenir"/>
                <a:ea typeface="Avenir"/>
                <a:cs typeface="Avenir"/>
                <a:sym typeface="Avenir"/>
              </a:rPr>
              <a:t>Try to inhabit your body and experience it again.</a:t>
            </a:r>
            <a:endParaRPr sz="2400">
              <a:solidFill>
                <a:srgbClr val="1C1C1C"/>
              </a:solidFill>
              <a:latin typeface="Avenir"/>
              <a:ea typeface="Avenir"/>
              <a:cs typeface="Avenir"/>
              <a:sym typeface="Avenir"/>
            </a:endParaRPr>
          </a:p>
        </p:txBody>
      </p:sp>
      <p:sp>
        <p:nvSpPr>
          <p:cNvPr id="191" name="Google Shape;191;p28"/>
          <p:cNvSpPr txBox="1"/>
          <p:nvPr>
            <p:ph type="title"/>
          </p:nvPr>
        </p:nvSpPr>
        <p:spPr>
          <a:xfrm>
            <a:off x="0" y="0"/>
            <a:ext cx="9144000" cy="71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Meet your body...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5" name="Shape 195"/>
        <p:cNvGrpSpPr/>
        <p:nvPr/>
      </p:nvGrpSpPr>
      <p:grpSpPr>
        <a:xfrm>
          <a:off x="0" y="0"/>
          <a:ext cx="0" cy="0"/>
          <a:chOff x="0" y="0"/>
          <a:chExt cx="0" cy="0"/>
        </a:xfrm>
      </p:grpSpPr>
      <p:sp>
        <p:nvSpPr>
          <p:cNvPr id="196" name="Google Shape;196;p29"/>
          <p:cNvSpPr txBox="1"/>
          <p:nvPr>
            <p:ph idx="1" type="body"/>
          </p:nvPr>
        </p:nvSpPr>
        <p:spPr>
          <a:xfrm>
            <a:off x="175800" y="878700"/>
            <a:ext cx="8792400" cy="3796500"/>
          </a:xfrm>
          <a:prstGeom prst="rect">
            <a:avLst/>
          </a:prstGeom>
        </p:spPr>
        <p:txBody>
          <a:bodyPr anchorCtr="0" anchor="ctr" bIns="91425" lIns="91425" spcFirstLastPara="1" rIns="91425" wrap="square" tIns="91425">
            <a:noAutofit/>
          </a:bodyPr>
          <a:lstStyle/>
          <a:p>
            <a:pPr indent="-361950" lvl="0" marL="457200" rtl="0" algn="l">
              <a:lnSpc>
                <a:spcPct val="115000"/>
              </a:lnSpc>
              <a:spcBef>
                <a:spcPts val="0"/>
              </a:spcBef>
              <a:spcAft>
                <a:spcPts val="0"/>
              </a:spcAft>
              <a:buClr>
                <a:srgbClr val="1C1C1C"/>
              </a:buClr>
              <a:buSzPts val="2100"/>
              <a:buFont typeface="Avenir"/>
              <a:buAutoNum type="arabicPeriod"/>
            </a:pPr>
            <a:r>
              <a:rPr lang="en-US" sz="2400">
                <a:solidFill>
                  <a:srgbClr val="1C1C1C"/>
                </a:solidFill>
                <a:latin typeface="Avenir"/>
                <a:ea typeface="Avenir"/>
                <a:cs typeface="Avenir"/>
                <a:sym typeface="Avenir"/>
              </a:rPr>
              <a:t>How your </a:t>
            </a:r>
            <a:r>
              <a:rPr b="1" i="1" lang="en-US" sz="2400">
                <a:solidFill>
                  <a:srgbClr val="00A1CC"/>
                </a:solidFill>
              </a:rPr>
              <a:t>behaviour</a:t>
            </a:r>
            <a:r>
              <a:rPr lang="en-US" sz="2400">
                <a:solidFill>
                  <a:srgbClr val="1C1C1C"/>
                </a:solidFill>
                <a:latin typeface="Avenir"/>
                <a:ea typeface="Avenir"/>
                <a:cs typeface="Avenir"/>
                <a:sym typeface="Avenir"/>
              </a:rPr>
              <a:t> change?</a:t>
            </a:r>
            <a:endParaRPr sz="2400">
              <a:solidFill>
                <a:srgbClr val="1C1C1C"/>
              </a:solidFill>
              <a:latin typeface="Avenir"/>
              <a:ea typeface="Avenir"/>
              <a:cs typeface="Avenir"/>
              <a:sym typeface="Avenir"/>
            </a:endParaRPr>
          </a:p>
          <a:p>
            <a:pPr indent="0" lvl="0" marL="0" rtl="0" algn="l">
              <a:lnSpc>
                <a:spcPct val="115000"/>
              </a:lnSpc>
              <a:spcBef>
                <a:spcPts val="0"/>
              </a:spcBef>
              <a:spcAft>
                <a:spcPts val="0"/>
              </a:spcAft>
              <a:buNone/>
            </a:pPr>
            <a:r>
              <a:t/>
            </a:r>
            <a:endParaRPr sz="2400">
              <a:solidFill>
                <a:srgbClr val="1C1C1C"/>
              </a:solidFill>
            </a:endParaRPr>
          </a:p>
          <a:p>
            <a:pPr indent="-361950" lvl="0" marL="457200" rtl="0" algn="l">
              <a:lnSpc>
                <a:spcPct val="115000"/>
              </a:lnSpc>
              <a:spcBef>
                <a:spcPts val="0"/>
              </a:spcBef>
              <a:spcAft>
                <a:spcPts val="0"/>
              </a:spcAft>
              <a:buClr>
                <a:srgbClr val="1C1C1C"/>
              </a:buClr>
              <a:buSzPts val="2100"/>
              <a:buFont typeface="Avenir"/>
              <a:buAutoNum type="arabicPeriod"/>
            </a:pPr>
            <a:r>
              <a:rPr lang="en-US" sz="2400">
                <a:solidFill>
                  <a:srgbClr val="1C1C1C"/>
                </a:solidFill>
                <a:latin typeface="Avenir"/>
                <a:ea typeface="Avenir"/>
                <a:cs typeface="Avenir"/>
                <a:sym typeface="Avenir"/>
              </a:rPr>
              <a:t>How did your </a:t>
            </a:r>
            <a:r>
              <a:rPr b="1" i="1" lang="en-US" sz="2400">
                <a:solidFill>
                  <a:srgbClr val="00A1CC"/>
                </a:solidFill>
              </a:rPr>
              <a:t>language</a:t>
            </a:r>
            <a:r>
              <a:rPr lang="en-US" sz="2400">
                <a:solidFill>
                  <a:srgbClr val="1C1C1C"/>
                </a:solidFill>
                <a:latin typeface="Avenir"/>
                <a:ea typeface="Avenir"/>
                <a:cs typeface="Avenir"/>
                <a:sym typeface="Avenir"/>
              </a:rPr>
              <a:t> change?</a:t>
            </a:r>
            <a:endParaRPr sz="2400">
              <a:solidFill>
                <a:srgbClr val="1C1C1C"/>
              </a:solidFill>
              <a:latin typeface="Avenir"/>
              <a:ea typeface="Avenir"/>
              <a:cs typeface="Avenir"/>
              <a:sym typeface="Avenir"/>
            </a:endParaRPr>
          </a:p>
          <a:p>
            <a:pPr indent="0" lvl="0" marL="0" rtl="0" algn="l">
              <a:lnSpc>
                <a:spcPct val="115000"/>
              </a:lnSpc>
              <a:spcBef>
                <a:spcPts val="0"/>
              </a:spcBef>
              <a:spcAft>
                <a:spcPts val="0"/>
              </a:spcAft>
              <a:buNone/>
            </a:pPr>
            <a:r>
              <a:t/>
            </a:r>
            <a:endParaRPr sz="2400">
              <a:solidFill>
                <a:srgbClr val="1C1C1C"/>
              </a:solidFill>
            </a:endParaRPr>
          </a:p>
          <a:p>
            <a:pPr indent="-361950" lvl="0" marL="457200" rtl="0" algn="l">
              <a:lnSpc>
                <a:spcPct val="115000"/>
              </a:lnSpc>
              <a:spcBef>
                <a:spcPts val="0"/>
              </a:spcBef>
              <a:spcAft>
                <a:spcPts val="0"/>
              </a:spcAft>
              <a:buClr>
                <a:srgbClr val="1C1C1C"/>
              </a:buClr>
              <a:buSzPts val="2100"/>
              <a:buFont typeface="Avenir"/>
              <a:buAutoNum type="arabicPeriod"/>
            </a:pPr>
            <a:r>
              <a:rPr lang="en-US" sz="2400">
                <a:solidFill>
                  <a:srgbClr val="1C1C1C"/>
                </a:solidFill>
                <a:latin typeface="Avenir"/>
                <a:ea typeface="Avenir"/>
                <a:cs typeface="Avenir"/>
                <a:sym typeface="Avenir"/>
              </a:rPr>
              <a:t>How did your </a:t>
            </a:r>
            <a:r>
              <a:rPr b="1" i="1" lang="en-US" sz="2400">
                <a:solidFill>
                  <a:srgbClr val="00A1CC"/>
                </a:solidFill>
              </a:rPr>
              <a:t>body language</a:t>
            </a:r>
            <a:r>
              <a:rPr b="1" lang="en-US" sz="2400">
                <a:solidFill>
                  <a:srgbClr val="00A1CC"/>
                </a:solidFill>
              </a:rPr>
              <a:t> </a:t>
            </a:r>
            <a:r>
              <a:rPr lang="en-US" sz="2400">
                <a:solidFill>
                  <a:srgbClr val="1C1C1C"/>
                </a:solidFill>
                <a:latin typeface="Avenir"/>
                <a:ea typeface="Avenir"/>
                <a:cs typeface="Avenir"/>
                <a:sym typeface="Avenir"/>
              </a:rPr>
              <a:t>change?</a:t>
            </a:r>
            <a:endParaRPr sz="2400">
              <a:solidFill>
                <a:srgbClr val="1C1C1C"/>
              </a:solidFill>
              <a:latin typeface="Avenir"/>
              <a:ea typeface="Avenir"/>
              <a:cs typeface="Avenir"/>
              <a:sym typeface="Avenir"/>
            </a:endParaRPr>
          </a:p>
          <a:p>
            <a:pPr indent="0" lvl="0" marL="0" rtl="0" algn="l">
              <a:lnSpc>
                <a:spcPct val="115000"/>
              </a:lnSpc>
              <a:spcBef>
                <a:spcPts val="0"/>
              </a:spcBef>
              <a:spcAft>
                <a:spcPts val="0"/>
              </a:spcAft>
              <a:buNone/>
            </a:pPr>
            <a:r>
              <a:t/>
            </a:r>
            <a:endParaRPr sz="2400">
              <a:solidFill>
                <a:srgbClr val="1C1C1C"/>
              </a:solidFill>
            </a:endParaRPr>
          </a:p>
          <a:p>
            <a:pPr indent="-361950" lvl="0" marL="457200" rtl="0" algn="l">
              <a:lnSpc>
                <a:spcPct val="115000"/>
              </a:lnSpc>
              <a:spcBef>
                <a:spcPts val="0"/>
              </a:spcBef>
              <a:spcAft>
                <a:spcPts val="0"/>
              </a:spcAft>
              <a:buClr>
                <a:srgbClr val="1C1C1C"/>
              </a:buClr>
              <a:buSzPts val="2100"/>
              <a:buFont typeface="Avenir"/>
              <a:buAutoNum type="arabicPeriod"/>
            </a:pPr>
            <a:r>
              <a:rPr lang="en-US" sz="2400">
                <a:solidFill>
                  <a:srgbClr val="1C1C1C"/>
                </a:solidFill>
                <a:latin typeface="Avenir"/>
                <a:ea typeface="Avenir"/>
                <a:cs typeface="Avenir"/>
                <a:sym typeface="Avenir"/>
              </a:rPr>
              <a:t>How angry were you (scale from 1 to 10)?</a:t>
            </a:r>
            <a:endParaRPr sz="2400">
              <a:solidFill>
                <a:srgbClr val="1C1C1C"/>
              </a:solidFill>
              <a:latin typeface="Avenir"/>
              <a:ea typeface="Avenir"/>
              <a:cs typeface="Avenir"/>
              <a:sym typeface="Avenir"/>
            </a:endParaRPr>
          </a:p>
        </p:txBody>
      </p:sp>
      <p:sp>
        <p:nvSpPr>
          <p:cNvPr id="197" name="Google Shape;197;p29"/>
          <p:cNvSpPr txBox="1"/>
          <p:nvPr>
            <p:ph type="title"/>
          </p:nvPr>
        </p:nvSpPr>
        <p:spPr>
          <a:xfrm>
            <a:off x="0" y="0"/>
            <a:ext cx="9144000" cy="71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Meet your body...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1" name="Shape 201"/>
        <p:cNvGrpSpPr/>
        <p:nvPr/>
      </p:nvGrpSpPr>
      <p:grpSpPr>
        <a:xfrm>
          <a:off x="0" y="0"/>
          <a:ext cx="0" cy="0"/>
          <a:chOff x="0" y="0"/>
          <a:chExt cx="0" cy="0"/>
        </a:xfrm>
      </p:grpSpPr>
      <p:sp>
        <p:nvSpPr>
          <p:cNvPr id="202" name="Google Shape;202;p30"/>
          <p:cNvSpPr txBox="1"/>
          <p:nvPr>
            <p:ph idx="1" type="body"/>
          </p:nvPr>
        </p:nvSpPr>
        <p:spPr>
          <a:xfrm>
            <a:off x="175800" y="878700"/>
            <a:ext cx="8792400" cy="37965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2400">
                <a:solidFill>
                  <a:schemeClr val="dk1"/>
                </a:solidFill>
                <a:latin typeface="Avenir"/>
                <a:ea typeface="Avenir"/>
                <a:cs typeface="Avenir"/>
                <a:sym typeface="Avenir"/>
              </a:rPr>
              <a:t>Agree or Disagree?</a:t>
            </a:r>
            <a:endParaRPr sz="2400">
              <a:solidFill>
                <a:schemeClr val="dk1"/>
              </a:solidFill>
              <a:latin typeface="Avenir"/>
              <a:ea typeface="Avenir"/>
              <a:cs typeface="Avenir"/>
              <a:sym typeface="Avenir"/>
            </a:endParaRPr>
          </a:p>
          <a:p>
            <a:pPr indent="0" lvl="0" marL="0" rtl="0" algn="l">
              <a:lnSpc>
                <a:spcPct val="115000"/>
              </a:lnSpc>
              <a:spcBef>
                <a:spcPts val="0"/>
              </a:spcBef>
              <a:spcAft>
                <a:spcPts val="0"/>
              </a:spcAft>
              <a:buNone/>
            </a:pPr>
            <a:r>
              <a:t/>
            </a:r>
            <a:endParaRPr sz="2400">
              <a:solidFill>
                <a:schemeClr val="dk1"/>
              </a:solidFill>
              <a:latin typeface="Avenir"/>
              <a:ea typeface="Avenir"/>
              <a:cs typeface="Avenir"/>
              <a:sym typeface="Avenir"/>
            </a:endParaRPr>
          </a:p>
          <a:p>
            <a:pPr indent="-381000" lvl="0" marL="914400" rtl="0" algn="l">
              <a:lnSpc>
                <a:spcPct val="115000"/>
              </a:lnSpc>
              <a:spcBef>
                <a:spcPts val="0"/>
              </a:spcBef>
              <a:spcAft>
                <a:spcPts val="0"/>
              </a:spcAft>
              <a:buClr>
                <a:schemeClr val="dk1"/>
              </a:buClr>
              <a:buSzPts val="2400"/>
              <a:buFont typeface="Avenir"/>
              <a:buChar char="●"/>
            </a:pPr>
            <a:r>
              <a:rPr lang="en-US" sz="2400">
                <a:solidFill>
                  <a:schemeClr val="dk1"/>
                </a:solidFill>
                <a:latin typeface="Avenir"/>
                <a:ea typeface="Avenir"/>
                <a:cs typeface="Avenir"/>
                <a:sym typeface="Avenir"/>
              </a:rPr>
              <a:t>I was distracted for over an hour afterwards</a:t>
            </a:r>
            <a:endParaRPr sz="2400">
              <a:solidFill>
                <a:schemeClr val="dk1"/>
              </a:solidFill>
              <a:latin typeface="Avenir"/>
              <a:ea typeface="Avenir"/>
              <a:cs typeface="Avenir"/>
              <a:sym typeface="Avenir"/>
            </a:endParaRPr>
          </a:p>
          <a:p>
            <a:pPr indent="-381000" lvl="0" marL="914400" rtl="0" algn="l">
              <a:lnSpc>
                <a:spcPct val="115000"/>
              </a:lnSpc>
              <a:spcBef>
                <a:spcPts val="0"/>
              </a:spcBef>
              <a:spcAft>
                <a:spcPts val="0"/>
              </a:spcAft>
              <a:buClr>
                <a:schemeClr val="dk1"/>
              </a:buClr>
              <a:buSzPts val="2400"/>
              <a:buFont typeface="Avenir"/>
              <a:buChar char="●"/>
            </a:pPr>
            <a:r>
              <a:rPr lang="en-US" sz="2400">
                <a:solidFill>
                  <a:schemeClr val="dk1"/>
                </a:solidFill>
                <a:latin typeface="Avenir"/>
                <a:ea typeface="Avenir"/>
                <a:cs typeface="Avenir"/>
                <a:sym typeface="Avenir"/>
              </a:rPr>
              <a:t>It took at least an hour for my body to relax</a:t>
            </a:r>
            <a:endParaRPr sz="2400">
              <a:solidFill>
                <a:schemeClr val="dk1"/>
              </a:solidFill>
              <a:latin typeface="Avenir"/>
              <a:ea typeface="Avenir"/>
              <a:cs typeface="Avenir"/>
              <a:sym typeface="Avenir"/>
            </a:endParaRPr>
          </a:p>
          <a:p>
            <a:pPr indent="-381000" lvl="0" marL="914400" rtl="0" algn="l">
              <a:lnSpc>
                <a:spcPct val="115000"/>
              </a:lnSpc>
              <a:spcBef>
                <a:spcPts val="0"/>
              </a:spcBef>
              <a:spcAft>
                <a:spcPts val="0"/>
              </a:spcAft>
              <a:buClr>
                <a:schemeClr val="dk1"/>
              </a:buClr>
              <a:buSzPts val="2400"/>
              <a:buChar char="●"/>
            </a:pPr>
            <a:r>
              <a:rPr lang="en-US" sz="2400">
                <a:solidFill>
                  <a:schemeClr val="dk1"/>
                </a:solidFill>
              </a:rPr>
              <a:t>Later, I thought of things I wished I’d said</a:t>
            </a:r>
            <a:endParaRPr sz="2400">
              <a:solidFill>
                <a:schemeClr val="dk1"/>
              </a:solidFill>
            </a:endParaRPr>
          </a:p>
        </p:txBody>
      </p:sp>
      <p:sp>
        <p:nvSpPr>
          <p:cNvPr id="203" name="Google Shape;203;p30"/>
          <p:cNvSpPr txBox="1"/>
          <p:nvPr>
            <p:ph type="title"/>
          </p:nvPr>
        </p:nvSpPr>
        <p:spPr>
          <a:xfrm>
            <a:off x="0" y="0"/>
            <a:ext cx="9144000" cy="71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Meet your body...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xEl>
                                              <p:pRg end="0" st="0"/>
                                            </p:txEl>
                                          </p:spTgt>
                                        </p:tgtEl>
                                        <p:attrNameLst>
                                          <p:attrName>style.visibility</p:attrName>
                                        </p:attrNameLst>
                                      </p:cBhvr>
                                      <p:to>
                                        <p:strVal val="visible"/>
                                      </p:to>
                                    </p:set>
                                    <p:animEffect filter="fade" transition="in">
                                      <p:cBhvr>
                                        <p:cTn dur="1000"/>
                                        <p:tgtEl>
                                          <p:spTgt spid="2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xEl>
                                              <p:pRg end="1" st="1"/>
                                            </p:txEl>
                                          </p:spTgt>
                                        </p:tgtEl>
                                        <p:attrNameLst>
                                          <p:attrName>style.visibility</p:attrName>
                                        </p:attrNameLst>
                                      </p:cBhvr>
                                      <p:to>
                                        <p:strVal val="visible"/>
                                      </p:to>
                                    </p:set>
                                    <p:animEffect filter="fade" transition="in">
                                      <p:cBhvr>
                                        <p:cTn dur="1000"/>
                                        <p:tgtEl>
                                          <p:spTgt spid="2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xEl>
                                              <p:pRg end="2" st="2"/>
                                            </p:txEl>
                                          </p:spTgt>
                                        </p:tgtEl>
                                        <p:attrNameLst>
                                          <p:attrName>style.visibility</p:attrName>
                                        </p:attrNameLst>
                                      </p:cBhvr>
                                      <p:to>
                                        <p:strVal val="visible"/>
                                      </p:to>
                                    </p:set>
                                    <p:animEffect filter="fade" transition="in">
                                      <p:cBhvr>
                                        <p:cTn dur="1000"/>
                                        <p:tgtEl>
                                          <p:spTgt spid="2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xEl>
                                              <p:pRg end="3" st="3"/>
                                            </p:txEl>
                                          </p:spTgt>
                                        </p:tgtEl>
                                        <p:attrNameLst>
                                          <p:attrName>style.visibility</p:attrName>
                                        </p:attrNameLst>
                                      </p:cBhvr>
                                      <p:to>
                                        <p:strVal val="visible"/>
                                      </p:to>
                                    </p:set>
                                    <p:animEffect filter="fade" transition="in">
                                      <p:cBhvr>
                                        <p:cTn dur="1000"/>
                                        <p:tgtEl>
                                          <p:spTgt spid="2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xEl>
                                              <p:pRg end="4" st="4"/>
                                            </p:txEl>
                                          </p:spTgt>
                                        </p:tgtEl>
                                        <p:attrNameLst>
                                          <p:attrName>style.visibility</p:attrName>
                                        </p:attrNameLst>
                                      </p:cBhvr>
                                      <p:to>
                                        <p:strVal val="visible"/>
                                      </p:to>
                                    </p:set>
                                    <p:animEffect filter="fade" transition="in">
                                      <p:cBhvr>
                                        <p:cTn dur="1000"/>
                                        <p:tgtEl>
                                          <p:spTgt spid="20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7" name="Shape 207"/>
        <p:cNvGrpSpPr/>
        <p:nvPr/>
      </p:nvGrpSpPr>
      <p:grpSpPr>
        <a:xfrm>
          <a:off x="0" y="0"/>
          <a:ext cx="0" cy="0"/>
          <a:chOff x="0" y="0"/>
          <a:chExt cx="0" cy="0"/>
        </a:xfrm>
      </p:grpSpPr>
      <p:sp>
        <p:nvSpPr>
          <p:cNvPr id="208" name="Google Shape;208;p31"/>
          <p:cNvSpPr txBox="1"/>
          <p:nvPr>
            <p:ph idx="2" type="title"/>
          </p:nvPr>
        </p:nvSpPr>
        <p:spPr>
          <a:xfrm>
            <a:off x="4610425" y="45350"/>
            <a:ext cx="4474500" cy="883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ISAP Student Learning</a:t>
            </a:r>
            <a:endParaRPr/>
          </a:p>
        </p:txBody>
      </p:sp>
      <p:sp>
        <p:nvSpPr>
          <p:cNvPr id="209" name="Google Shape;209;p31"/>
          <p:cNvSpPr txBox="1"/>
          <p:nvPr>
            <p:ph type="title"/>
          </p:nvPr>
        </p:nvSpPr>
        <p:spPr>
          <a:xfrm>
            <a:off x="0" y="1508125"/>
            <a:ext cx="9144000" cy="215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a:t>The Neurosequential Approach</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3" name="Shape 213"/>
        <p:cNvGrpSpPr/>
        <p:nvPr/>
      </p:nvGrpSpPr>
      <p:grpSpPr>
        <a:xfrm>
          <a:off x="0" y="0"/>
          <a:ext cx="0" cy="0"/>
          <a:chOff x="0" y="0"/>
          <a:chExt cx="0" cy="0"/>
        </a:xfrm>
      </p:grpSpPr>
      <p:sp>
        <p:nvSpPr>
          <p:cNvPr id="214" name="Google Shape;214;p32"/>
          <p:cNvSpPr txBox="1"/>
          <p:nvPr>
            <p:ph idx="1" type="body"/>
          </p:nvPr>
        </p:nvSpPr>
        <p:spPr>
          <a:xfrm>
            <a:off x="175800" y="878700"/>
            <a:ext cx="4814400" cy="37965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2400">
                <a:solidFill>
                  <a:srgbClr val="00A1CC"/>
                </a:solidFill>
                <a:latin typeface="Avenir"/>
                <a:ea typeface="Avenir"/>
                <a:cs typeface="Avenir"/>
                <a:sym typeface="Avenir"/>
              </a:rPr>
              <a:t>Lookout System:</a:t>
            </a:r>
            <a:endParaRPr sz="2400">
              <a:solidFill>
                <a:srgbClr val="00A1CC"/>
              </a:solidFill>
              <a:latin typeface="Avenir"/>
              <a:ea typeface="Avenir"/>
              <a:cs typeface="Avenir"/>
              <a:sym typeface="Avenir"/>
            </a:endParaRPr>
          </a:p>
          <a:p>
            <a:pPr indent="0" lvl="0" marL="0" rtl="0" algn="l">
              <a:lnSpc>
                <a:spcPct val="115000"/>
              </a:lnSpc>
              <a:spcBef>
                <a:spcPts val="0"/>
              </a:spcBef>
              <a:spcAft>
                <a:spcPts val="0"/>
              </a:spcAft>
              <a:buNone/>
            </a:pPr>
            <a:r>
              <a:rPr lang="en-US" sz="2400">
                <a:solidFill>
                  <a:srgbClr val="1C1C1C"/>
                </a:solidFill>
                <a:latin typeface="Avenir"/>
                <a:ea typeface="Avenir"/>
                <a:cs typeface="Avenir"/>
                <a:sym typeface="Avenir"/>
              </a:rPr>
              <a:t>Brain pathways that constantly monitor our environments and other people to ensure we are ready to respond to threats and</a:t>
            </a:r>
            <a:endParaRPr sz="2400">
              <a:solidFill>
                <a:srgbClr val="1C1C1C"/>
              </a:solidFill>
              <a:latin typeface="Avenir"/>
              <a:ea typeface="Avenir"/>
              <a:cs typeface="Avenir"/>
              <a:sym typeface="Avenir"/>
            </a:endParaRPr>
          </a:p>
          <a:p>
            <a:pPr indent="0" lvl="0" marL="0" rtl="0" algn="l">
              <a:lnSpc>
                <a:spcPct val="115000"/>
              </a:lnSpc>
              <a:spcBef>
                <a:spcPts val="0"/>
              </a:spcBef>
              <a:spcAft>
                <a:spcPts val="0"/>
              </a:spcAft>
              <a:buNone/>
            </a:pPr>
            <a:r>
              <a:rPr lang="en-US" sz="2400">
                <a:solidFill>
                  <a:srgbClr val="1C1C1C"/>
                </a:solidFill>
                <a:latin typeface="Avenir"/>
                <a:ea typeface="Avenir"/>
                <a:cs typeface="Avenir"/>
                <a:sym typeface="Avenir"/>
              </a:rPr>
              <a:t>danger (Porges, 2011).</a:t>
            </a:r>
            <a:endParaRPr sz="2400">
              <a:solidFill>
                <a:srgbClr val="1C1C1C"/>
              </a:solidFill>
              <a:latin typeface="Avenir"/>
              <a:ea typeface="Avenir"/>
              <a:cs typeface="Avenir"/>
              <a:sym typeface="Avenir"/>
            </a:endParaRPr>
          </a:p>
        </p:txBody>
      </p:sp>
      <p:pic>
        <p:nvPicPr>
          <p:cNvPr id="215" name="Google Shape;215;p32"/>
          <p:cNvPicPr preferRelativeResize="0"/>
          <p:nvPr/>
        </p:nvPicPr>
        <p:blipFill rotWithShape="1">
          <a:blip r:embed="rId3">
            <a:alphaModFix/>
          </a:blip>
          <a:srcRect b="46587" l="0" r="69103" t="0"/>
          <a:stretch/>
        </p:blipFill>
        <p:spPr>
          <a:xfrm>
            <a:off x="7637725" y="3456169"/>
            <a:ext cx="1280809" cy="1340381"/>
          </a:xfrm>
          <a:prstGeom prst="rect">
            <a:avLst/>
          </a:prstGeom>
          <a:noFill/>
          <a:ln>
            <a:noFill/>
          </a:ln>
        </p:spPr>
      </p:pic>
      <p:pic>
        <p:nvPicPr>
          <p:cNvPr id="216" name="Google Shape;216;p32"/>
          <p:cNvPicPr preferRelativeResize="0"/>
          <p:nvPr/>
        </p:nvPicPr>
        <p:blipFill rotWithShape="1">
          <a:blip r:embed="rId3">
            <a:alphaModFix/>
          </a:blip>
          <a:srcRect b="46587" l="34136" r="34136" t="0"/>
          <a:stretch/>
        </p:blipFill>
        <p:spPr>
          <a:xfrm>
            <a:off x="7619025" y="2109026"/>
            <a:ext cx="1318042" cy="1340381"/>
          </a:xfrm>
          <a:prstGeom prst="rect">
            <a:avLst/>
          </a:prstGeom>
          <a:noFill/>
          <a:ln>
            <a:noFill/>
          </a:ln>
        </p:spPr>
      </p:pic>
      <p:pic>
        <p:nvPicPr>
          <p:cNvPr id="217" name="Google Shape;217;p32"/>
          <p:cNvPicPr preferRelativeResize="0"/>
          <p:nvPr/>
        </p:nvPicPr>
        <p:blipFill rotWithShape="1">
          <a:blip r:embed="rId3">
            <a:alphaModFix/>
          </a:blip>
          <a:srcRect b="46587" l="68272" r="0" t="0"/>
          <a:stretch/>
        </p:blipFill>
        <p:spPr>
          <a:xfrm>
            <a:off x="7619035" y="757350"/>
            <a:ext cx="1318042" cy="1340381"/>
          </a:xfrm>
          <a:prstGeom prst="rect">
            <a:avLst/>
          </a:prstGeom>
          <a:noFill/>
          <a:ln>
            <a:noFill/>
          </a:ln>
        </p:spPr>
      </p:pic>
      <p:sp>
        <p:nvSpPr>
          <p:cNvPr id="218" name="Google Shape;218;p32"/>
          <p:cNvSpPr txBox="1"/>
          <p:nvPr/>
        </p:nvSpPr>
        <p:spPr>
          <a:xfrm>
            <a:off x="5241988" y="1784225"/>
            <a:ext cx="1765500" cy="1893900"/>
          </a:xfrm>
          <a:prstGeom prst="rect">
            <a:avLst/>
          </a:pr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500">
                <a:solidFill>
                  <a:schemeClr val="dk1"/>
                </a:solidFill>
                <a:latin typeface="Avenir"/>
                <a:ea typeface="Avenir"/>
                <a:cs typeface="Avenir"/>
                <a:sym typeface="Avenir"/>
              </a:rPr>
              <a:t>Lookout</a:t>
            </a:r>
            <a:endParaRPr sz="2500">
              <a:solidFill>
                <a:schemeClr val="dk1"/>
              </a:solidFill>
              <a:latin typeface="Avenir"/>
              <a:ea typeface="Avenir"/>
              <a:cs typeface="Avenir"/>
              <a:sym typeface="Avenir"/>
            </a:endParaRPr>
          </a:p>
          <a:p>
            <a:pPr indent="0" lvl="0" marL="0" rtl="0" algn="ctr">
              <a:spcBef>
                <a:spcPts val="0"/>
              </a:spcBef>
              <a:spcAft>
                <a:spcPts val="0"/>
              </a:spcAft>
              <a:buNone/>
            </a:pPr>
            <a:r>
              <a:t/>
            </a:r>
            <a:endParaRPr sz="2500">
              <a:solidFill>
                <a:schemeClr val="dk1"/>
              </a:solidFill>
              <a:latin typeface="Avenir"/>
              <a:ea typeface="Avenir"/>
              <a:cs typeface="Avenir"/>
              <a:sym typeface="Avenir"/>
            </a:endParaRPr>
          </a:p>
          <a:p>
            <a:pPr indent="0" lvl="0" marL="0" rtl="0" algn="ctr">
              <a:spcBef>
                <a:spcPts val="0"/>
              </a:spcBef>
              <a:spcAft>
                <a:spcPts val="0"/>
              </a:spcAft>
              <a:buNone/>
            </a:pPr>
            <a:r>
              <a:t/>
            </a:r>
            <a:endParaRPr sz="2500">
              <a:solidFill>
                <a:schemeClr val="dk1"/>
              </a:solidFill>
              <a:latin typeface="Avenir"/>
              <a:ea typeface="Avenir"/>
              <a:cs typeface="Avenir"/>
              <a:sym typeface="Avenir"/>
            </a:endParaRPr>
          </a:p>
          <a:p>
            <a:pPr indent="0" lvl="0" marL="0" rtl="0" algn="ctr">
              <a:spcBef>
                <a:spcPts val="0"/>
              </a:spcBef>
              <a:spcAft>
                <a:spcPts val="0"/>
              </a:spcAft>
              <a:buNone/>
            </a:pPr>
            <a:r>
              <a:rPr lang="en-US" sz="2500">
                <a:solidFill>
                  <a:schemeClr val="dk1"/>
                </a:solidFill>
                <a:latin typeface="Avenir"/>
                <a:ea typeface="Avenir"/>
                <a:cs typeface="Avenir"/>
                <a:sym typeface="Avenir"/>
              </a:rPr>
              <a:t>System</a:t>
            </a:r>
            <a:endParaRPr sz="2500">
              <a:solidFill>
                <a:schemeClr val="dk1"/>
              </a:solidFill>
              <a:latin typeface="Avenir"/>
              <a:ea typeface="Avenir"/>
              <a:cs typeface="Avenir"/>
              <a:sym typeface="Avenir"/>
            </a:endParaRPr>
          </a:p>
        </p:txBody>
      </p:sp>
      <p:pic>
        <p:nvPicPr>
          <p:cNvPr descr="a white eye with a brown pupil and a black center (provided by Tenor)" id="219" name="Google Shape;219;p32"/>
          <p:cNvPicPr preferRelativeResize="0"/>
          <p:nvPr/>
        </p:nvPicPr>
        <p:blipFill rotWithShape="1">
          <a:blip r:embed="rId4">
            <a:alphaModFix/>
          </a:blip>
          <a:srcRect b="0" l="0" r="0" t="14661"/>
          <a:stretch/>
        </p:blipFill>
        <p:spPr>
          <a:xfrm>
            <a:off x="5693550" y="2362202"/>
            <a:ext cx="886199" cy="646500"/>
          </a:xfrm>
          <a:prstGeom prst="rect">
            <a:avLst/>
          </a:prstGeom>
          <a:noFill/>
          <a:ln>
            <a:noFill/>
          </a:ln>
        </p:spPr>
      </p:pic>
      <p:sp>
        <p:nvSpPr>
          <p:cNvPr id="220" name="Google Shape;220;p32"/>
          <p:cNvSpPr txBox="1"/>
          <p:nvPr>
            <p:ph type="title"/>
          </p:nvPr>
        </p:nvSpPr>
        <p:spPr>
          <a:xfrm>
            <a:off x="0" y="0"/>
            <a:ext cx="9144000" cy="71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The </a:t>
            </a:r>
            <a:r>
              <a:rPr lang="en-US"/>
              <a:t>Neurosequential Approach</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4" name="Shape 224"/>
        <p:cNvGrpSpPr/>
        <p:nvPr/>
      </p:nvGrpSpPr>
      <p:grpSpPr>
        <a:xfrm>
          <a:off x="0" y="0"/>
          <a:ext cx="0" cy="0"/>
          <a:chOff x="0" y="0"/>
          <a:chExt cx="0" cy="0"/>
        </a:xfrm>
      </p:grpSpPr>
      <p:sp>
        <p:nvSpPr>
          <p:cNvPr id="225" name="Google Shape;225;p33"/>
          <p:cNvSpPr txBox="1"/>
          <p:nvPr>
            <p:ph idx="1" type="body"/>
          </p:nvPr>
        </p:nvSpPr>
        <p:spPr>
          <a:xfrm>
            <a:off x="175800" y="878700"/>
            <a:ext cx="4782000" cy="37965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2400">
                <a:solidFill>
                  <a:srgbClr val="00A1CC"/>
                </a:solidFill>
                <a:latin typeface="Avenir"/>
                <a:ea typeface="Avenir"/>
                <a:cs typeface="Avenir"/>
                <a:sym typeface="Avenir"/>
              </a:rPr>
              <a:t>Social Engagement:</a:t>
            </a:r>
            <a:endParaRPr sz="2400">
              <a:solidFill>
                <a:srgbClr val="00A1CC"/>
              </a:solidFill>
              <a:latin typeface="Avenir"/>
              <a:ea typeface="Avenir"/>
              <a:cs typeface="Avenir"/>
              <a:sym typeface="Avenir"/>
            </a:endParaRPr>
          </a:p>
          <a:p>
            <a:pPr indent="0" lvl="0" marL="0" rtl="0" algn="l">
              <a:lnSpc>
                <a:spcPct val="115000"/>
              </a:lnSpc>
              <a:spcBef>
                <a:spcPts val="0"/>
              </a:spcBef>
              <a:spcAft>
                <a:spcPts val="0"/>
              </a:spcAft>
              <a:buNone/>
            </a:pPr>
            <a:r>
              <a:rPr lang="en-US" sz="2400">
                <a:solidFill>
                  <a:schemeClr val="dk1"/>
                </a:solidFill>
                <a:latin typeface="Avenir"/>
                <a:ea typeface="Avenir"/>
                <a:cs typeface="Avenir"/>
                <a:sym typeface="Avenir"/>
              </a:rPr>
              <a:t>Drives us to engage in more socially appropriate behaviour, think more clearly, learn new skills and problem-solve</a:t>
            </a:r>
            <a:endParaRPr sz="2400">
              <a:solidFill>
                <a:schemeClr val="dk1"/>
              </a:solidFill>
              <a:latin typeface="Avenir"/>
              <a:ea typeface="Avenir"/>
              <a:cs typeface="Avenir"/>
              <a:sym typeface="Avenir"/>
            </a:endParaRPr>
          </a:p>
          <a:p>
            <a:pPr indent="0" lvl="0" marL="0" rtl="0" algn="l">
              <a:lnSpc>
                <a:spcPct val="115000"/>
              </a:lnSpc>
              <a:spcBef>
                <a:spcPts val="0"/>
              </a:spcBef>
              <a:spcAft>
                <a:spcPts val="0"/>
              </a:spcAft>
              <a:buNone/>
            </a:pPr>
            <a:r>
              <a:rPr lang="en-US" sz="2400">
                <a:solidFill>
                  <a:schemeClr val="dk1"/>
                </a:solidFill>
                <a:latin typeface="Avenir"/>
                <a:ea typeface="Avenir"/>
                <a:cs typeface="Avenir"/>
                <a:sym typeface="Avenir"/>
              </a:rPr>
              <a:t>(Siegel and Bryson, 2012)</a:t>
            </a:r>
            <a:endParaRPr sz="2400">
              <a:solidFill>
                <a:schemeClr val="dk1"/>
              </a:solidFill>
              <a:latin typeface="Avenir"/>
              <a:ea typeface="Avenir"/>
              <a:cs typeface="Avenir"/>
              <a:sym typeface="Avenir"/>
            </a:endParaRPr>
          </a:p>
        </p:txBody>
      </p:sp>
      <p:sp>
        <p:nvSpPr>
          <p:cNvPr id="226" name="Google Shape;226;p33"/>
          <p:cNvSpPr/>
          <p:nvPr/>
        </p:nvSpPr>
        <p:spPr>
          <a:xfrm rot="5400000">
            <a:off x="6283869" y="2797675"/>
            <a:ext cx="1009800" cy="868800"/>
          </a:xfrm>
          <a:prstGeom prst="bentArrow">
            <a:avLst>
              <a:gd fmla="val 25000" name="adj1"/>
              <a:gd fmla="val 25000" name="adj2"/>
              <a:gd fmla="val 25000" name="adj3"/>
              <a:gd fmla="val 43750" name="adj4"/>
            </a:avLst>
          </a:prstGeom>
          <a:solidFill>
            <a:schemeClr val="lt2"/>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227" name="Google Shape;227;p33"/>
          <p:cNvSpPr/>
          <p:nvPr/>
        </p:nvSpPr>
        <p:spPr>
          <a:xfrm flipH="1" rot="5400000">
            <a:off x="6292719" y="1626775"/>
            <a:ext cx="1009800" cy="886200"/>
          </a:xfrm>
          <a:prstGeom prst="bentArrow">
            <a:avLst>
              <a:gd fmla="val 25000" name="adj1"/>
              <a:gd fmla="val 25000" name="adj2"/>
              <a:gd fmla="val 25000" name="adj3"/>
              <a:gd fmla="val 43750" name="adj4"/>
            </a:avLst>
          </a:prstGeom>
          <a:solidFill>
            <a:srgbClr val="00DE9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228" name="Google Shape;228;p33"/>
          <p:cNvSpPr txBox="1"/>
          <p:nvPr>
            <p:ph type="title"/>
          </p:nvPr>
        </p:nvSpPr>
        <p:spPr>
          <a:xfrm>
            <a:off x="0" y="0"/>
            <a:ext cx="9144000" cy="71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The Neurosequential Approach</a:t>
            </a:r>
            <a:endParaRPr/>
          </a:p>
        </p:txBody>
      </p:sp>
      <p:pic>
        <p:nvPicPr>
          <p:cNvPr id="229" name="Google Shape;229;p33"/>
          <p:cNvPicPr preferRelativeResize="0"/>
          <p:nvPr/>
        </p:nvPicPr>
        <p:blipFill rotWithShape="1">
          <a:blip r:embed="rId3">
            <a:alphaModFix/>
          </a:blip>
          <a:srcRect b="46587" l="0" r="69103" t="0"/>
          <a:stretch/>
        </p:blipFill>
        <p:spPr>
          <a:xfrm>
            <a:off x="7637725" y="3456169"/>
            <a:ext cx="1280809" cy="1340381"/>
          </a:xfrm>
          <a:prstGeom prst="rect">
            <a:avLst/>
          </a:prstGeom>
          <a:noFill/>
          <a:ln>
            <a:noFill/>
          </a:ln>
        </p:spPr>
      </p:pic>
      <p:pic>
        <p:nvPicPr>
          <p:cNvPr id="230" name="Google Shape;230;p33"/>
          <p:cNvPicPr preferRelativeResize="0"/>
          <p:nvPr/>
        </p:nvPicPr>
        <p:blipFill rotWithShape="1">
          <a:blip r:embed="rId3">
            <a:alphaModFix/>
          </a:blip>
          <a:srcRect b="46587" l="34136" r="34136" t="0"/>
          <a:stretch/>
        </p:blipFill>
        <p:spPr>
          <a:xfrm>
            <a:off x="7619025" y="2109026"/>
            <a:ext cx="1318042" cy="1340381"/>
          </a:xfrm>
          <a:prstGeom prst="rect">
            <a:avLst/>
          </a:prstGeom>
          <a:noFill/>
          <a:ln>
            <a:noFill/>
          </a:ln>
        </p:spPr>
      </p:pic>
      <p:pic>
        <p:nvPicPr>
          <p:cNvPr id="231" name="Google Shape;231;p33"/>
          <p:cNvPicPr preferRelativeResize="0"/>
          <p:nvPr/>
        </p:nvPicPr>
        <p:blipFill rotWithShape="1">
          <a:blip r:embed="rId3">
            <a:alphaModFix/>
          </a:blip>
          <a:srcRect b="46587" l="68272" r="0" t="0"/>
          <a:stretch/>
        </p:blipFill>
        <p:spPr>
          <a:xfrm>
            <a:off x="7619035" y="757350"/>
            <a:ext cx="1318042" cy="1340381"/>
          </a:xfrm>
          <a:prstGeom prst="rect">
            <a:avLst/>
          </a:prstGeom>
          <a:noFill/>
          <a:ln>
            <a:noFill/>
          </a:ln>
        </p:spPr>
      </p:pic>
      <p:sp>
        <p:nvSpPr>
          <p:cNvPr id="232" name="Google Shape;232;p33"/>
          <p:cNvSpPr txBox="1"/>
          <p:nvPr/>
        </p:nvSpPr>
        <p:spPr>
          <a:xfrm>
            <a:off x="4657018" y="1771150"/>
            <a:ext cx="1765500" cy="18939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500">
                <a:solidFill>
                  <a:schemeClr val="dk1"/>
                </a:solidFill>
                <a:latin typeface="Avenir"/>
                <a:ea typeface="Avenir"/>
                <a:cs typeface="Avenir"/>
                <a:sym typeface="Avenir"/>
              </a:rPr>
              <a:t>Lookout</a:t>
            </a:r>
            <a:endParaRPr sz="2500">
              <a:solidFill>
                <a:schemeClr val="dk1"/>
              </a:solidFill>
              <a:latin typeface="Avenir"/>
              <a:ea typeface="Avenir"/>
              <a:cs typeface="Avenir"/>
              <a:sym typeface="Avenir"/>
            </a:endParaRPr>
          </a:p>
          <a:p>
            <a:pPr indent="0" lvl="0" marL="0" rtl="0" algn="ctr">
              <a:spcBef>
                <a:spcPts val="0"/>
              </a:spcBef>
              <a:spcAft>
                <a:spcPts val="0"/>
              </a:spcAft>
              <a:buNone/>
            </a:pPr>
            <a:r>
              <a:t/>
            </a:r>
            <a:endParaRPr sz="2500">
              <a:solidFill>
                <a:schemeClr val="dk1"/>
              </a:solidFill>
              <a:latin typeface="Avenir"/>
              <a:ea typeface="Avenir"/>
              <a:cs typeface="Avenir"/>
              <a:sym typeface="Avenir"/>
            </a:endParaRPr>
          </a:p>
          <a:p>
            <a:pPr indent="0" lvl="0" marL="0" rtl="0" algn="ctr">
              <a:spcBef>
                <a:spcPts val="0"/>
              </a:spcBef>
              <a:spcAft>
                <a:spcPts val="0"/>
              </a:spcAft>
              <a:buNone/>
            </a:pPr>
            <a:r>
              <a:t/>
            </a:r>
            <a:endParaRPr sz="2500">
              <a:solidFill>
                <a:schemeClr val="dk1"/>
              </a:solidFill>
              <a:latin typeface="Avenir"/>
              <a:ea typeface="Avenir"/>
              <a:cs typeface="Avenir"/>
              <a:sym typeface="Avenir"/>
            </a:endParaRPr>
          </a:p>
          <a:p>
            <a:pPr indent="0" lvl="0" marL="0" rtl="0" algn="ctr">
              <a:spcBef>
                <a:spcPts val="0"/>
              </a:spcBef>
              <a:spcAft>
                <a:spcPts val="0"/>
              </a:spcAft>
              <a:buNone/>
            </a:pPr>
            <a:r>
              <a:rPr lang="en-US" sz="2500">
                <a:solidFill>
                  <a:schemeClr val="dk1"/>
                </a:solidFill>
                <a:latin typeface="Avenir"/>
                <a:ea typeface="Avenir"/>
                <a:cs typeface="Avenir"/>
                <a:sym typeface="Avenir"/>
              </a:rPr>
              <a:t>System</a:t>
            </a:r>
            <a:endParaRPr sz="2500">
              <a:solidFill>
                <a:schemeClr val="dk1"/>
              </a:solidFill>
              <a:latin typeface="Avenir"/>
              <a:ea typeface="Avenir"/>
              <a:cs typeface="Avenir"/>
              <a:sym typeface="Avenir"/>
            </a:endParaRPr>
          </a:p>
        </p:txBody>
      </p:sp>
      <p:pic>
        <p:nvPicPr>
          <p:cNvPr descr="a white eye with a brown pupil and a black center (provided by Tenor)" id="233" name="Google Shape;233;p33"/>
          <p:cNvPicPr preferRelativeResize="0"/>
          <p:nvPr/>
        </p:nvPicPr>
        <p:blipFill rotWithShape="1">
          <a:blip r:embed="rId4">
            <a:alphaModFix/>
          </a:blip>
          <a:srcRect b="0" l="0" r="0" t="14661"/>
          <a:stretch/>
        </p:blipFill>
        <p:spPr>
          <a:xfrm>
            <a:off x="5141280" y="2349127"/>
            <a:ext cx="886199" cy="646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7" name="Shape 237"/>
        <p:cNvGrpSpPr/>
        <p:nvPr/>
      </p:nvGrpSpPr>
      <p:grpSpPr>
        <a:xfrm>
          <a:off x="0" y="0"/>
          <a:ext cx="0" cy="0"/>
          <a:chOff x="0" y="0"/>
          <a:chExt cx="0" cy="0"/>
        </a:xfrm>
      </p:grpSpPr>
      <p:sp>
        <p:nvSpPr>
          <p:cNvPr id="238" name="Google Shape;238;p34"/>
          <p:cNvSpPr txBox="1"/>
          <p:nvPr>
            <p:ph idx="1" type="body"/>
          </p:nvPr>
        </p:nvSpPr>
        <p:spPr>
          <a:xfrm>
            <a:off x="175800" y="878700"/>
            <a:ext cx="4481100" cy="37965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2400">
                <a:solidFill>
                  <a:srgbClr val="00A1CC"/>
                </a:solidFill>
                <a:latin typeface="Avenir"/>
                <a:ea typeface="Avenir"/>
                <a:cs typeface="Avenir"/>
                <a:sym typeface="Avenir"/>
              </a:rPr>
              <a:t>Stress Response:</a:t>
            </a:r>
            <a:endParaRPr sz="2400">
              <a:solidFill>
                <a:srgbClr val="00A1CC"/>
              </a:solidFill>
              <a:latin typeface="Avenir"/>
              <a:ea typeface="Avenir"/>
              <a:cs typeface="Avenir"/>
              <a:sym typeface="Avenir"/>
            </a:endParaRPr>
          </a:p>
          <a:p>
            <a:pPr indent="-381000" lvl="0" marL="457200" rtl="0" algn="l">
              <a:lnSpc>
                <a:spcPct val="115000"/>
              </a:lnSpc>
              <a:spcBef>
                <a:spcPts val="0"/>
              </a:spcBef>
              <a:spcAft>
                <a:spcPts val="0"/>
              </a:spcAft>
              <a:buClr>
                <a:schemeClr val="dk1"/>
              </a:buClr>
              <a:buSzPts val="2400"/>
              <a:buFont typeface="Avenir"/>
              <a:buChar char="●"/>
            </a:pPr>
            <a:r>
              <a:rPr lang="en-US" sz="2400">
                <a:solidFill>
                  <a:schemeClr val="dk1"/>
                </a:solidFill>
                <a:latin typeface="Avenir"/>
                <a:ea typeface="Avenir"/>
                <a:cs typeface="Avenir"/>
                <a:sym typeface="Avenir"/>
              </a:rPr>
              <a:t>Reaction to threat / danger </a:t>
            </a:r>
            <a:endParaRPr sz="2400">
              <a:solidFill>
                <a:schemeClr val="dk1"/>
              </a:solidFill>
              <a:latin typeface="Avenir"/>
              <a:ea typeface="Avenir"/>
              <a:cs typeface="Avenir"/>
              <a:sym typeface="Avenir"/>
            </a:endParaRPr>
          </a:p>
          <a:p>
            <a:pPr indent="-381000" lvl="0" marL="457200" rtl="0" algn="l">
              <a:lnSpc>
                <a:spcPct val="115000"/>
              </a:lnSpc>
              <a:spcBef>
                <a:spcPts val="0"/>
              </a:spcBef>
              <a:spcAft>
                <a:spcPts val="0"/>
              </a:spcAft>
              <a:buClr>
                <a:schemeClr val="dk1"/>
              </a:buClr>
              <a:buSzPts val="2400"/>
              <a:buFont typeface="Avenir"/>
              <a:buChar char="●"/>
            </a:pPr>
            <a:r>
              <a:rPr lang="en-US" sz="2400">
                <a:solidFill>
                  <a:schemeClr val="dk1"/>
                </a:solidFill>
                <a:latin typeface="Avenir"/>
                <a:ea typeface="Avenir"/>
                <a:cs typeface="Avenir"/>
                <a:sym typeface="Avenir"/>
              </a:rPr>
              <a:t>Fight, flight, or freeze</a:t>
            </a:r>
            <a:endParaRPr sz="2400">
              <a:solidFill>
                <a:schemeClr val="dk1"/>
              </a:solidFill>
              <a:latin typeface="Avenir"/>
              <a:ea typeface="Avenir"/>
              <a:cs typeface="Avenir"/>
              <a:sym typeface="Avenir"/>
            </a:endParaRPr>
          </a:p>
          <a:p>
            <a:pPr indent="-381000" lvl="0" marL="457200" rtl="0" algn="l">
              <a:lnSpc>
                <a:spcPct val="115000"/>
              </a:lnSpc>
              <a:spcBef>
                <a:spcPts val="0"/>
              </a:spcBef>
              <a:spcAft>
                <a:spcPts val="0"/>
              </a:spcAft>
              <a:buClr>
                <a:schemeClr val="dk1"/>
              </a:buClr>
              <a:buSzPts val="2400"/>
              <a:buFont typeface="Avenir"/>
              <a:buChar char="●"/>
            </a:pPr>
            <a:r>
              <a:rPr lang="en-US" sz="2400">
                <a:solidFill>
                  <a:schemeClr val="dk1"/>
                </a:solidFill>
                <a:latin typeface="Avenir"/>
                <a:ea typeface="Avenir"/>
                <a:cs typeface="Avenir"/>
                <a:sym typeface="Avenir"/>
              </a:rPr>
              <a:t>Higher reasoning s</a:t>
            </a:r>
            <a:r>
              <a:rPr lang="en-US" sz="2400">
                <a:solidFill>
                  <a:schemeClr val="dk1"/>
                </a:solidFill>
              </a:rPr>
              <a:t>tops</a:t>
            </a:r>
            <a:endParaRPr sz="2400">
              <a:solidFill>
                <a:schemeClr val="dk1"/>
              </a:solidFill>
              <a:latin typeface="Avenir"/>
              <a:ea typeface="Avenir"/>
              <a:cs typeface="Avenir"/>
              <a:sym typeface="Avenir"/>
            </a:endParaRPr>
          </a:p>
          <a:p>
            <a:pPr indent="-381000" lvl="0" marL="457200" rtl="0" algn="l">
              <a:lnSpc>
                <a:spcPct val="115000"/>
              </a:lnSpc>
              <a:spcBef>
                <a:spcPts val="0"/>
              </a:spcBef>
              <a:spcAft>
                <a:spcPts val="0"/>
              </a:spcAft>
              <a:buClr>
                <a:schemeClr val="dk1"/>
              </a:buClr>
              <a:buSzPts val="2400"/>
              <a:buFont typeface="Avenir"/>
              <a:buChar char="●"/>
            </a:pPr>
            <a:r>
              <a:rPr lang="en-US" sz="2400">
                <a:solidFill>
                  <a:schemeClr val="dk1"/>
                </a:solidFill>
                <a:latin typeface="Avenir"/>
                <a:ea typeface="Avenir"/>
                <a:cs typeface="Avenir"/>
                <a:sym typeface="Avenir"/>
              </a:rPr>
              <a:t>Heart / breathing rate </a:t>
            </a:r>
            <a:r>
              <a:rPr lang="en-US" sz="2400">
                <a:solidFill>
                  <a:schemeClr val="dk1"/>
                </a:solidFill>
              </a:rPr>
              <a:t>up</a:t>
            </a:r>
            <a:endParaRPr sz="2400">
              <a:solidFill>
                <a:schemeClr val="dk1"/>
              </a:solidFill>
              <a:latin typeface="Avenir"/>
              <a:ea typeface="Avenir"/>
              <a:cs typeface="Avenir"/>
              <a:sym typeface="Avenir"/>
            </a:endParaRPr>
          </a:p>
          <a:p>
            <a:pPr indent="0" lvl="0" marL="0" rtl="0" algn="l">
              <a:lnSpc>
                <a:spcPct val="115000"/>
              </a:lnSpc>
              <a:spcBef>
                <a:spcPts val="0"/>
              </a:spcBef>
              <a:spcAft>
                <a:spcPts val="0"/>
              </a:spcAft>
              <a:buNone/>
            </a:pPr>
            <a:r>
              <a:rPr lang="en-US" sz="2400">
                <a:solidFill>
                  <a:schemeClr val="dk1"/>
                </a:solidFill>
                <a:latin typeface="Avenir"/>
                <a:ea typeface="Avenir"/>
                <a:cs typeface="Avenir"/>
                <a:sym typeface="Avenir"/>
              </a:rPr>
              <a:t>(Selye, 1956)</a:t>
            </a:r>
            <a:endParaRPr sz="2400">
              <a:solidFill>
                <a:schemeClr val="dk1"/>
              </a:solidFill>
              <a:latin typeface="Avenir"/>
              <a:ea typeface="Avenir"/>
              <a:cs typeface="Avenir"/>
              <a:sym typeface="Avenir"/>
            </a:endParaRPr>
          </a:p>
        </p:txBody>
      </p:sp>
      <p:sp>
        <p:nvSpPr>
          <p:cNvPr id="239" name="Google Shape;239;p34"/>
          <p:cNvSpPr txBox="1"/>
          <p:nvPr>
            <p:ph type="title"/>
          </p:nvPr>
        </p:nvSpPr>
        <p:spPr>
          <a:xfrm>
            <a:off x="0" y="0"/>
            <a:ext cx="9144000" cy="71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The Neurosequential Approach</a:t>
            </a:r>
            <a:endParaRPr/>
          </a:p>
        </p:txBody>
      </p:sp>
      <p:pic>
        <p:nvPicPr>
          <p:cNvPr id="240" name="Google Shape;240;p34"/>
          <p:cNvPicPr preferRelativeResize="0"/>
          <p:nvPr/>
        </p:nvPicPr>
        <p:blipFill rotWithShape="1">
          <a:blip r:embed="rId3">
            <a:alphaModFix/>
          </a:blip>
          <a:srcRect b="46587" l="0" r="69103" t="0"/>
          <a:stretch/>
        </p:blipFill>
        <p:spPr>
          <a:xfrm>
            <a:off x="7637725" y="3456169"/>
            <a:ext cx="1280809" cy="1340381"/>
          </a:xfrm>
          <a:prstGeom prst="rect">
            <a:avLst/>
          </a:prstGeom>
          <a:noFill/>
          <a:ln>
            <a:noFill/>
          </a:ln>
        </p:spPr>
      </p:pic>
      <p:pic>
        <p:nvPicPr>
          <p:cNvPr id="241" name="Google Shape;241;p34"/>
          <p:cNvPicPr preferRelativeResize="0"/>
          <p:nvPr/>
        </p:nvPicPr>
        <p:blipFill rotWithShape="1">
          <a:blip r:embed="rId3">
            <a:alphaModFix/>
          </a:blip>
          <a:srcRect b="46587" l="34136" r="34136" t="0"/>
          <a:stretch/>
        </p:blipFill>
        <p:spPr>
          <a:xfrm>
            <a:off x="7619025" y="2109026"/>
            <a:ext cx="1318042" cy="1340381"/>
          </a:xfrm>
          <a:prstGeom prst="rect">
            <a:avLst/>
          </a:prstGeom>
          <a:noFill/>
          <a:ln>
            <a:noFill/>
          </a:ln>
        </p:spPr>
      </p:pic>
      <p:pic>
        <p:nvPicPr>
          <p:cNvPr id="242" name="Google Shape;242;p34"/>
          <p:cNvPicPr preferRelativeResize="0"/>
          <p:nvPr/>
        </p:nvPicPr>
        <p:blipFill rotWithShape="1">
          <a:blip r:embed="rId3">
            <a:alphaModFix/>
          </a:blip>
          <a:srcRect b="46587" l="68272" r="0" t="0"/>
          <a:stretch/>
        </p:blipFill>
        <p:spPr>
          <a:xfrm>
            <a:off x="7619035" y="757350"/>
            <a:ext cx="1318042" cy="1340381"/>
          </a:xfrm>
          <a:prstGeom prst="rect">
            <a:avLst/>
          </a:prstGeom>
          <a:noFill/>
          <a:ln>
            <a:noFill/>
          </a:ln>
        </p:spPr>
      </p:pic>
      <p:sp>
        <p:nvSpPr>
          <p:cNvPr id="243" name="Google Shape;243;p34"/>
          <p:cNvSpPr/>
          <p:nvPr/>
        </p:nvSpPr>
        <p:spPr>
          <a:xfrm rot="5400000">
            <a:off x="6283869" y="2797675"/>
            <a:ext cx="1009800" cy="868800"/>
          </a:xfrm>
          <a:prstGeom prst="bentArrow">
            <a:avLst>
              <a:gd fmla="val 25000" name="adj1"/>
              <a:gd fmla="val 25000" name="adj2"/>
              <a:gd fmla="val 25000" name="adj3"/>
              <a:gd fmla="val 43750" name="adj4"/>
            </a:avLst>
          </a:prstGeom>
          <a:solidFill>
            <a:srgbClr val="EE002E"/>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244" name="Google Shape;244;p34"/>
          <p:cNvSpPr/>
          <p:nvPr/>
        </p:nvSpPr>
        <p:spPr>
          <a:xfrm flipH="1" rot="5400000">
            <a:off x="6292719" y="1626775"/>
            <a:ext cx="1009800" cy="886200"/>
          </a:xfrm>
          <a:prstGeom prst="bentArrow">
            <a:avLst>
              <a:gd fmla="val 25000" name="adj1"/>
              <a:gd fmla="val 25000"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245" name="Google Shape;245;p34"/>
          <p:cNvSpPr txBox="1"/>
          <p:nvPr/>
        </p:nvSpPr>
        <p:spPr>
          <a:xfrm>
            <a:off x="4657018" y="1771150"/>
            <a:ext cx="1765500" cy="1893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500">
                <a:solidFill>
                  <a:schemeClr val="dk1"/>
                </a:solidFill>
                <a:latin typeface="Avenir"/>
                <a:ea typeface="Avenir"/>
                <a:cs typeface="Avenir"/>
                <a:sym typeface="Avenir"/>
              </a:rPr>
              <a:t>Lookout</a:t>
            </a:r>
            <a:endParaRPr sz="2500">
              <a:solidFill>
                <a:schemeClr val="dk1"/>
              </a:solidFill>
              <a:latin typeface="Avenir"/>
              <a:ea typeface="Avenir"/>
              <a:cs typeface="Avenir"/>
              <a:sym typeface="Avenir"/>
            </a:endParaRPr>
          </a:p>
          <a:p>
            <a:pPr indent="0" lvl="0" marL="0" rtl="0" algn="ctr">
              <a:spcBef>
                <a:spcPts val="0"/>
              </a:spcBef>
              <a:spcAft>
                <a:spcPts val="0"/>
              </a:spcAft>
              <a:buNone/>
            </a:pPr>
            <a:r>
              <a:t/>
            </a:r>
            <a:endParaRPr sz="2500">
              <a:solidFill>
                <a:schemeClr val="dk1"/>
              </a:solidFill>
              <a:latin typeface="Avenir"/>
              <a:ea typeface="Avenir"/>
              <a:cs typeface="Avenir"/>
              <a:sym typeface="Avenir"/>
            </a:endParaRPr>
          </a:p>
          <a:p>
            <a:pPr indent="0" lvl="0" marL="0" rtl="0" algn="ctr">
              <a:spcBef>
                <a:spcPts val="0"/>
              </a:spcBef>
              <a:spcAft>
                <a:spcPts val="0"/>
              </a:spcAft>
              <a:buNone/>
            </a:pPr>
            <a:r>
              <a:t/>
            </a:r>
            <a:endParaRPr sz="2500">
              <a:solidFill>
                <a:schemeClr val="dk1"/>
              </a:solidFill>
              <a:latin typeface="Avenir"/>
              <a:ea typeface="Avenir"/>
              <a:cs typeface="Avenir"/>
              <a:sym typeface="Avenir"/>
            </a:endParaRPr>
          </a:p>
          <a:p>
            <a:pPr indent="0" lvl="0" marL="0" rtl="0" algn="ctr">
              <a:spcBef>
                <a:spcPts val="0"/>
              </a:spcBef>
              <a:spcAft>
                <a:spcPts val="0"/>
              </a:spcAft>
              <a:buNone/>
            </a:pPr>
            <a:r>
              <a:rPr lang="en-US" sz="2500">
                <a:solidFill>
                  <a:schemeClr val="dk1"/>
                </a:solidFill>
                <a:latin typeface="Avenir"/>
                <a:ea typeface="Avenir"/>
                <a:cs typeface="Avenir"/>
                <a:sym typeface="Avenir"/>
              </a:rPr>
              <a:t>System</a:t>
            </a:r>
            <a:endParaRPr sz="2500">
              <a:solidFill>
                <a:schemeClr val="dk1"/>
              </a:solidFill>
              <a:latin typeface="Avenir"/>
              <a:ea typeface="Avenir"/>
              <a:cs typeface="Avenir"/>
              <a:sym typeface="Avenir"/>
            </a:endParaRPr>
          </a:p>
        </p:txBody>
      </p:sp>
      <p:pic>
        <p:nvPicPr>
          <p:cNvPr descr="a white eye with a brown pupil and a black center (provided by Tenor)" id="246" name="Google Shape;246;p34"/>
          <p:cNvPicPr preferRelativeResize="0"/>
          <p:nvPr/>
        </p:nvPicPr>
        <p:blipFill rotWithShape="1">
          <a:blip r:embed="rId4">
            <a:alphaModFix/>
          </a:blip>
          <a:srcRect b="0" l="0" r="0" t="14661"/>
          <a:stretch/>
        </p:blipFill>
        <p:spPr>
          <a:xfrm>
            <a:off x="5141280" y="2349127"/>
            <a:ext cx="886199" cy="646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0" name="Shape 250"/>
        <p:cNvGrpSpPr/>
        <p:nvPr/>
      </p:nvGrpSpPr>
      <p:grpSpPr>
        <a:xfrm>
          <a:off x="0" y="0"/>
          <a:ext cx="0" cy="0"/>
          <a:chOff x="0" y="0"/>
          <a:chExt cx="0" cy="0"/>
        </a:xfrm>
      </p:grpSpPr>
      <p:sp>
        <p:nvSpPr>
          <p:cNvPr id="251" name="Google Shape;251;p35"/>
          <p:cNvSpPr txBox="1"/>
          <p:nvPr>
            <p:ph idx="1" type="body"/>
          </p:nvPr>
        </p:nvSpPr>
        <p:spPr>
          <a:xfrm>
            <a:off x="175800" y="878700"/>
            <a:ext cx="4454700" cy="37965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2400">
                <a:solidFill>
                  <a:srgbClr val="00A1CC"/>
                </a:solidFill>
                <a:latin typeface="Avenir"/>
                <a:ea typeface="Avenir"/>
                <a:cs typeface="Avenir"/>
                <a:sym typeface="Avenir"/>
              </a:rPr>
              <a:t>Your Argument:</a:t>
            </a:r>
            <a:endParaRPr sz="2400">
              <a:solidFill>
                <a:srgbClr val="00A1CC"/>
              </a:solidFill>
              <a:latin typeface="Avenir"/>
              <a:ea typeface="Avenir"/>
              <a:cs typeface="Avenir"/>
              <a:sym typeface="Avenir"/>
            </a:endParaRPr>
          </a:p>
          <a:p>
            <a:pPr indent="-381000" lvl="0" marL="457200" rtl="0" algn="l">
              <a:lnSpc>
                <a:spcPct val="115000"/>
              </a:lnSpc>
              <a:spcBef>
                <a:spcPts val="0"/>
              </a:spcBef>
              <a:spcAft>
                <a:spcPts val="0"/>
              </a:spcAft>
              <a:buClr>
                <a:schemeClr val="dk1"/>
              </a:buClr>
              <a:buSzPts val="2400"/>
              <a:buFont typeface="Avenir"/>
              <a:buChar char="●"/>
            </a:pPr>
            <a:r>
              <a:rPr lang="en-US" sz="2400">
                <a:solidFill>
                  <a:schemeClr val="dk1"/>
                </a:solidFill>
                <a:latin typeface="Avenir"/>
                <a:ea typeface="Avenir"/>
                <a:cs typeface="Avenir"/>
                <a:sym typeface="Avenir"/>
              </a:rPr>
              <a:t>What was the </a:t>
            </a:r>
            <a:r>
              <a:rPr i="1" lang="en-US" sz="2400">
                <a:solidFill>
                  <a:schemeClr val="dk1"/>
                </a:solidFill>
                <a:latin typeface="Avenir"/>
                <a:ea typeface="Avenir"/>
                <a:cs typeface="Avenir"/>
                <a:sym typeface="Avenir"/>
              </a:rPr>
              <a:t>threat?</a:t>
            </a:r>
            <a:endParaRPr i="1" sz="2400">
              <a:solidFill>
                <a:schemeClr val="dk1"/>
              </a:solidFill>
              <a:latin typeface="Avenir"/>
              <a:ea typeface="Avenir"/>
              <a:cs typeface="Avenir"/>
              <a:sym typeface="Avenir"/>
            </a:endParaRPr>
          </a:p>
          <a:p>
            <a:pPr indent="-381000" lvl="0" marL="457200" rtl="0" algn="l">
              <a:lnSpc>
                <a:spcPct val="115000"/>
              </a:lnSpc>
              <a:spcBef>
                <a:spcPts val="0"/>
              </a:spcBef>
              <a:spcAft>
                <a:spcPts val="0"/>
              </a:spcAft>
              <a:buClr>
                <a:schemeClr val="dk1"/>
              </a:buClr>
              <a:buSzPts val="2400"/>
              <a:buFont typeface="Avenir"/>
              <a:buChar char="●"/>
            </a:pPr>
            <a:r>
              <a:rPr lang="en-US" sz="2400">
                <a:solidFill>
                  <a:schemeClr val="dk1"/>
                </a:solidFill>
                <a:latin typeface="Avenir"/>
                <a:ea typeface="Avenir"/>
                <a:cs typeface="Avenir"/>
                <a:sym typeface="Avenir"/>
              </a:rPr>
              <a:t>Fight, flight, or freeze</a:t>
            </a:r>
            <a:endParaRPr sz="2400">
              <a:solidFill>
                <a:schemeClr val="dk1"/>
              </a:solidFill>
              <a:latin typeface="Avenir"/>
              <a:ea typeface="Avenir"/>
              <a:cs typeface="Avenir"/>
              <a:sym typeface="Avenir"/>
            </a:endParaRPr>
          </a:p>
          <a:p>
            <a:pPr indent="-381000" lvl="0" marL="457200" rtl="0" algn="l">
              <a:lnSpc>
                <a:spcPct val="115000"/>
              </a:lnSpc>
              <a:spcBef>
                <a:spcPts val="0"/>
              </a:spcBef>
              <a:spcAft>
                <a:spcPts val="0"/>
              </a:spcAft>
              <a:buClr>
                <a:schemeClr val="dk1"/>
              </a:buClr>
              <a:buSzPts val="2400"/>
              <a:buFont typeface="Avenir"/>
              <a:buChar char="●"/>
            </a:pPr>
            <a:r>
              <a:rPr lang="en-US" sz="2400">
                <a:solidFill>
                  <a:schemeClr val="dk1"/>
                </a:solidFill>
              </a:rPr>
              <a:t>Heart / breathing rate up</a:t>
            </a:r>
            <a:r>
              <a:rPr lang="en-US" sz="2400">
                <a:solidFill>
                  <a:schemeClr val="dk1"/>
                </a:solidFill>
                <a:latin typeface="Avenir"/>
                <a:ea typeface="Avenir"/>
                <a:cs typeface="Avenir"/>
                <a:sym typeface="Avenir"/>
              </a:rPr>
              <a:t> </a:t>
            </a:r>
            <a:endParaRPr sz="2400">
              <a:solidFill>
                <a:schemeClr val="dk1"/>
              </a:solidFill>
              <a:latin typeface="Avenir"/>
              <a:ea typeface="Avenir"/>
              <a:cs typeface="Avenir"/>
              <a:sym typeface="Avenir"/>
            </a:endParaRPr>
          </a:p>
          <a:p>
            <a:pPr indent="-381000" lvl="0" marL="457200" rtl="0" algn="l">
              <a:lnSpc>
                <a:spcPct val="115000"/>
              </a:lnSpc>
              <a:spcBef>
                <a:spcPts val="0"/>
              </a:spcBef>
              <a:spcAft>
                <a:spcPts val="0"/>
              </a:spcAft>
              <a:buClr>
                <a:schemeClr val="dk1"/>
              </a:buClr>
              <a:buSzPts val="2400"/>
              <a:buFont typeface="Avenir"/>
              <a:buChar char="●"/>
            </a:pPr>
            <a:r>
              <a:rPr lang="en-US" sz="2400">
                <a:solidFill>
                  <a:schemeClr val="dk1"/>
                </a:solidFill>
                <a:latin typeface="Avenir"/>
                <a:ea typeface="Avenir"/>
                <a:cs typeface="Avenir"/>
                <a:sym typeface="Avenir"/>
              </a:rPr>
              <a:t>Higher reasoning s</a:t>
            </a:r>
            <a:r>
              <a:rPr lang="en-US" sz="2400">
                <a:solidFill>
                  <a:schemeClr val="dk1"/>
                </a:solidFill>
              </a:rPr>
              <a:t>tops</a:t>
            </a:r>
            <a:endParaRPr sz="2400">
              <a:solidFill>
                <a:schemeClr val="dk1"/>
              </a:solidFill>
              <a:latin typeface="Avenir"/>
              <a:ea typeface="Avenir"/>
              <a:cs typeface="Avenir"/>
              <a:sym typeface="Avenir"/>
            </a:endParaRPr>
          </a:p>
          <a:p>
            <a:pPr indent="-381000" lvl="0" marL="457200" rtl="0" algn="l">
              <a:lnSpc>
                <a:spcPct val="115000"/>
              </a:lnSpc>
              <a:spcBef>
                <a:spcPts val="0"/>
              </a:spcBef>
              <a:spcAft>
                <a:spcPts val="0"/>
              </a:spcAft>
              <a:buClr>
                <a:schemeClr val="dk1"/>
              </a:buClr>
              <a:buSzPts val="2400"/>
              <a:buFont typeface="Avenir"/>
              <a:buChar char="●"/>
            </a:pPr>
            <a:r>
              <a:rPr lang="en-US" sz="2400">
                <a:solidFill>
                  <a:schemeClr val="dk1"/>
                </a:solidFill>
              </a:rPr>
              <a:t>E.g. That thing you</a:t>
            </a:r>
            <a:r>
              <a:rPr lang="en-US" sz="2400">
                <a:solidFill>
                  <a:schemeClr val="dk1"/>
                </a:solidFill>
                <a:latin typeface="Avenir"/>
                <a:ea typeface="Avenir"/>
                <a:cs typeface="Avenir"/>
                <a:sym typeface="Avenir"/>
              </a:rPr>
              <a:t> </a:t>
            </a:r>
            <a:r>
              <a:rPr i="1" lang="en-US" sz="2400">
                <a:solidFill>
                  <a:schemeClr val="dk1"/>
                </a:solidFill>
              </a:rPr>
              <a:t>shoul</a:t>
            </a:r>
            <a:r>
              <a:rPr i="1" lang="en-US" sz="2400">
                <a:solidFill>
                  <a:schemeClr val="dk1"/>
                </a:solidFill>
                <a:latin typeface="Avenir"/>
                <a:ea typeface="Avenir"/>
                <a:cs typeface="Avenir"/>
                <a:sym typeface="Avenir"/>
              </a:rPr>
              <a:t>d have said!</a:t>
            </a:r>
            <a:endParaRPr sz="2400">
              <a:solidFill>
                <a:schemeClr val="dk1"/>
              </a:solidFill>
              <a:latin typeface="Avenir"/>
              <a:ea typeface="Avenir"/>
              <a:cs typeface="Avenir"/>
              <a:sym typeface="Avenir"/>
            </a:endParaRPr>
          </a:p>
        </p:txBody>
      </p:sp>
      <p:sp>
        <p:nvSpPr>
          <p:cNvPr id="252" name="Google Shape;252;p35"/>
          <p:cNvSpPr txBox="1"/>
          <p:nvPr>
            <p:ph type="title"/>
          </p:nvPr>
        </p:nvSpPr>
        <p:spPr>
          <a:xfrm>
            <a:off x="0" y="0"/>
            <a:ext cx="9144000" cy="71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The Neurosequential Approach</a:t>
            </a:r>
            <a:endParaRPr/>
          </a:p>
        </p:txBody>
      </p:sp>
      <p:pic>
        <p:nvPicPr>
          <p:cNvPr id="253" name="Google Shape;253;p35"/>
          <p:cNvPicPr preferRelativeResize="0"/>
          <p:nvPr/>
        </p:nvPicPr>
        <p:blipFill rotWithShape="1">
          <a:blip r:embed="rId3">
            <a:alphaModFix/>
          </a:blip>
          <a:srcRect b="46587" l="0" r="69103" t="0"/>
          <a:stretch/>
        </p:blipFill>
        <p:spPr>
          <a:xfrm>
            <a:off x="7637725" y="3456169"/>
            <a:ext cx="1280809" cy="1340381"/>
          </a:xfrm>
          <a:prstGeom prst="rect">
            <a:avLst/>
          </a:prstGeom>
          <a:noFill/>
          <a:ln>
            <a:noFill/>
          </a:ln>
        </p:spPr>
      </p:pic>
      <p:pic>
        <p:nvPicPr>
          <p:cNvPr id="254" name="Google Shape;254;p35"/>
          <p:cNvPicPr preferRelativeResize="0"/>
          <p:nvPr/>
        </p:nvPicPr>
        <p:blipFill rotWithShape="1">
          <a:blip r:embed="rId3">
            <a:alphaModFix/>
          </a:blip>
          <a:srcRect b="46587" l="34136" r="34136" t="0"/>
          <a:stretch/>
        </p:blipFill>
        <p:spPr>
          <a:xfrm>
            <a:off x="7619025" y="2109026"/>
            <a:ext cx="1318042" cy="1340381"/>
          </a:xfrm>
          <a:prstGeom prst="rect">
            <a:avLst/>
          </a:prstGeom>
          <a:noFill/>
          <a:ln>
            <a:noFill/>
          </a:ln>
        </p:spPr>
      </p:pic>
      <p:pic>
        <p:nvPicPr>
          <p:cNvPr id="255" name="Google Shape;255;p35"/>
          <p:cNvPicPr preferRelativeResize="0"/>
          <p:nvPr/>
        </p:nvPicPr>
        <p:blipFill rotWithShape="1">
          <a:blip r:embed="rId3">
            <a:alphaModFix/>
          </a:blip>
          <a:srcRect b="46587" l="68272" r="0" t="0"/>
          <a:stretch/>
        </p:blipFill>
        <p:spPr>
          <a:xfrm>
            <a:off x="7619035" y="757350"/>
            <a:ext cx="1318042" cy="1340381"/>
          </a:xfrm>
          <a:prstGeom prst="rect">
            <a:avLst/>
          </a:prstGeom>
          <a:noFill/>
          <a:ln>
            <a:noFill/>
          </a:ln>
        </p:spPr>
      </p:pic>
      <p:sp>
        <p:nvSpPr>
          <p:cNvPr id="256" name="Google Shape;256;p35"/>
          <p:cNvSpPr/>
          <p:nvPr/>
        </p:nvSpPr>
        <p:spPr>
          <a:xfrm rot="5400000">
            <a:off x="6283869" y="2797675"/>
            <a:ext cx="1009800" cy="868800"/>
          </a:xfrm>
          <a:prstGeom prst="bentArrow">
            <a:avLst>
              <a:gd fmla="val 25000" name="adj1"/>
              <a:gd fmla="val 25000" name="adj2"/>
              <a:gd fmla="val 25000" name="adj3"/>
              <a:gd fmla="val 43750" name="adj4"/>
            </a:avLst>
          </a:prstGeom>
          <a:solidFill>
            <a:srgbClr val="EE002E"/>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257" name="Google Shape;257;p35"/>
          <p:cNvSpPr/>
          <p:nvPr/>
        </p:nvSpPr>
        <p:spPr>
          <a:xfrm flipH="1" rot="5400000">
            <a:off x="6292719" y="1626775"/>
            <a:ext cx="1009800" cy="886200"/>
          </a:xfrm>
          <a:prstGeom prst="bentArrow">
            <a:avLst>
              <a:gd fmla="val 25000" name="adj1"/>
              <a:gd fmla="val 25000"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258" name="Google Shape;258;p35"/>
          <p:cNvSpPr txBox="1"/>
          <p:nvPr/>
        </p:nvSpPr>
        <p:spPr>
          <a:xfrm>
            <a:off x="4657018" y="1771150"/>
            <a:ext cx="1765500" cy="1893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500">
                <a:solidFill>
                  <a:schemeClr val="dk1"/>
                </a:solidFill>
                <a:latin typeface="Avenir"/>
                <a:ea typeface="Avenir"/>
                <a:cs typeface="Avenir"/>
                <a:sym typeface="Avenir"/>
              </a:rPr>
              <a:t>Lookout</a:t>
            </a:r>
            <a:endParaRPr sz="2500">
              <a:solidFill>
                <a:schemeClr val="dk1"/>
              </a:solidFill>
              <a:latin typeface="Avenir"/>
              <a:ea typeface="Avenir"/>
              <a:cs typeface="Avenir"/>
              <a:sym typeface="Avenir"/>
            </a:endParaRPr>
          </a:p>
          <a:p>
            <a:pPr indent="0" lvl="0" marL="0" rtl="0" algn="ctr">
              <a:spcBef>
                <a:spcPts val="0"/>
              </a:spcBef>
              <a:spcAft>
                <a:spcPts val="0"/>
              </a:spcAft>
              <a:buNone/>
            </a:pPr>
            <a:r>
              <a:t/>
            </a:r>
            <a:endParaRPr sz="2500">
              <a:solidFill>
                <a:schemeClr val="dk1"/>
              </a:solidFill>
              <a:latin typeface="Avenir"/>
              <a:ea typeface="Avenir"/>
              <a:cs typeface="Avenir"/>
              <a:sym typeface="Avenir"/>
            </a:endParaRPr>
          </a:p>
          <a:p>
            <a:pPr indent="0" lvl="0" marL="0" rtl="0" algn="ctr">
              <a:spcBef>
                <a:spcPts val="0"/>
              </a:spcBef>
              <a:spcAft>
                <a:spcPts val="0"/>
              </a:spcAft>
              <a:buNone/>
            </a:pPr>
            <a:r>
              <a:t/>
            </a:r>
            <a:endParaRPr sz="2500">
              <a:solidFill>
                <a:schemeClr val="dk1"/>
              </a:solidFill>
              <a:latin typeface="Avenir"/>
              <a:ea typeface="Avenir"/>
              <a:cs typeface="Avenir"/>
              <a:sym typeface="Avenir"/>
            </a:endParaRPr>
          </a:p>
          <a:p>
            <a:pPr indent="0" lvl="0" marL="0" rtl="0" algn="ctr">
              <a:spcBef>
                <a:spcPts val="0"/>
              </a:spcBef>
              <a:spcAft>
                <a:spcPts val="0"/>
              </a:spcAft>
              <a:buNone/>
            </a:pPr>
            <a:r>
              <a:rPr lang="en-US" sz="2500">
                <a:solidFill>
                  <a:schemeClr val="dk1"/>
                </a:solidFill>
                <a:latin typeface="Avenir"/>
                <a:ea typeface="Avenir"/>
                <a:cs typeface="Avenir"/>
                <a:sym typeface="Avenir"/>
              </a:rPr>
              <a:t>System</a:t>
            </a:r>
            <a:endParaRPr sz="2500">
              <a:solidFill>
                <a:schemeClr val="dk1"/>
              </a:solidFill>
              <a:latin typeface="Avenir"/>
              <a:ea typeface="Avenir"/>
              <a:cs typeface="Avenir"/>
              <a:sym typeface="Avenir"/>
            </a:endParaRPr>
          </a:p>
        </p:txBody>
      </p:sp>
      <p:pic>
        <p:nvPicPr>
          <p:cNvPr descr="a white eye with a brown pupil and a black center (provided by Tenor)" id="259" name="Google Shape;259;p35"/>
          <p:cNvPicPr preferRelativeResize="0"/>
          <p:nvPr/>
        </p:nvPicPr>
        <p:blipFill rotWithShape="1">
          <a:blip r:embed="rId4">
            <a:alphaModFix/>
          </a:blip>
          <a:srcRect b="0" l="0" r="0" t="14661"/>
          <a:stretch/>
        </p:blipFill>
        <p:spPr>
          <a:xfrm>
            <a:off x="5141280" y="2349127"/>
            <a:ext cx="886199" cy="646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3" name="Shape 263"/>
        <p:cNvGrpSpPr/>
        <p:nvPr/>
      </p:nvGrpSpPr>
      <p:grpSpPr>
        <a:xfrm>
          <a:off x="0" y="0"/>
          <a:ext cx="0" cy="0"/>
          <a:chOff x="0" y="0"/>
          <a:chExt cx="0" cy="0"/>
        </a:xfrm>
      </p:grpSpPr>
      <p:sp>
        <p:nvSpPr>
          <p:cNvPr id="264" name="Google Shape;264;p36"/>
          <p:cNvSpPr txBox="1"/>
          <p:nvPr>
            <p:ph idx="1" type="body"/>
          </p:nvPr>
        </p:nvSpPr>
        <p:spPr>
          <a:xfrm>
            <a:off x="175800" y="878700"/>
            <a:ext cx="4481100" cy="37965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2400">
                <a:solidFill>
                  <a:srgbClr val="00A1CC"/>
                </a:solidFill>
                <a:latin typeface="Avenir"/>
                <a:ea typeface="Avenir"/>
                <a:cs typeface="Avenir"/>
                <a:sym typeface="Avenir"/>
              </a:rPr>
              <a:t>Early Trauma:</a:t>
            </a:r>
            <a:endParaRPr sz="2400">
              <a:solidFill>
                <a:srgbClr val="00A1CC"/>
              </a:solidFill>
              <a:latin typeface="Avenir"/>
              <a:ea typeface="Avenir"/>
              <a:cs typeface="Avenir"/>
              <a:sym typeface="Avenir"/>
            </a:endParaRPr>
          </a:p>
          <a:p>
            <a:pPr indent="-381000" lvl="0" marL="457200" rtl="0" algn="l">
              <a:lnSpc>
                <a:spcPct val="115000"/>
              </a:lnSpc>
              <a:spcBef>
                <a:spcPts val="0"/>
              </a:spcBef>
              <a:spcAft>
                <a:spcPts val="0"/>
              </a:spcAft>
              <a:buClr>
                <a:srgbClr val="1C1C1C"/>
              </a:buClr>
              <a:buSzPts val="2400"/>
              <a:buFont typeface="Avenir"/>
              <a:buChar char="●"/>
            </a:pPr>
            <a:r>
              <a:rPr lang="en-US" sz="2400">
                <a:solidFill>
                  <a:srgbClr val="1C1C1C"/>
                </a:solidFill>
                <a:latin typeface="Avenir"/>
                <a:ea typeface="Avenir"/>
                <a:cs typeface="Avenir"/>
                <a:sym typeface="Avenir"/>
              </a:rPr>
              <a:t>Major / chronic activation</a:t>
            </a:r>
            <a:endParaRPr sz="2400">
              <a:solidFill>
                <a:srgbClr val="1C1C1C"/>
              </a:solidFill>
              <a:latin typeface="Avenir"/>
              <a:ea typeface="Avenir"/>
              <a:cs typeface="Avenir"/>
              <a:sym typeface="Avenir"/>
            </a:endParaRPr>
          </a:p>
          <a:p>
            <a:pPr indent="-381000" lvl="0" marL="457200" rtl="0" algn="l">
              <a:lnSpc>
                <a:spcPct val="115000"/>
              </a:lnSpc>
              <a:spcBef>
                <a:spcPts val="0"/>
              </a:spcBef>
              <a:spcAft>
                <a:spcPts val="0"/>
              </a:spcAft>
              <a:buClr>
                <a:srgbClr val="1C1C1C"/>
              </a:buClr>
              <a:buSzPts val="2400"/>
              <a:buFont typeface="Avenir"/>
              <a:buChar char="●"/>
            </a:pPr>
            <a:r>
              <a:rPr lang="en-US" sz="2400">
                <a:solidFill>
                  <a:srgbClr val="1C1C1C"/>
                </a:solidFill>
                <a:latin typeface="Avenir"/>
                <a:ea typeface="Avenir"/>
                <a:cs typeface="Avenir"/>
                <a:sym typeface="Avenir"/>
              </a:rPr>
              <a:t>‘Primes’ the lookout system</a:t>
            </a:r>
            <a:endParaRPr sz="2400">
              <a:solidFill>
                <a:srgbClr val="1C1C1C"/>
              </a:solidFill>
              <a:latin typeface="Avenir"/>
              <a:ea typeface="Avenir"/>
              <a:cs typeface="Avenir"/>
              <a:sym typeface="Avenir"/>
            </a:endParaRPr>
          </a:p>
          <a:p>
            <a:pPr indent="-381000" lvl="0" marL="457200" rtl="0" algn="l">
              <a:lnSpc>
                <a:spcPct val="115000"/>
              </a:lnSpc>
              <a:spcBef>
                <a:spcPts val="0"/>
              </a:spcBef>
              <a:spcAft>
                <a:spcPts val="0"/>
              </a:spcAft>
              <a:buClr>
                <a:srgbClr val="1C1C1C"/>
              </a:buClr>
              <a:buSzPts val="2400"/>
              <a:buFont typeface="Avenir"/>
              <a:buChar char="●"/>
            </a:pPr>
            <a:r>
              <a:rPr lang="en-US" sz="2400">
                <a:solidFill>
                  <a:srgbClr val="1C1C1C"/>
                </a:solidFill>
                <a:latin typeface="Avenir"/>
                <a:ea typeface="Avenir"/>
                <a:cs typeface="Avenir"/>
                <a:sym typeface="Avenir"/>
              </a:rPr>
              <a:t>Becomes over-sensitised</a:t>
            </a:r>
            <a:endParaRPr sz="2400">
              <a:solidFill>
                <a:srgbClr val="1C1C1C"/>
              </a:solidFill>
              <a:latin typeface="Avenir"/>
              <a:ea typeface="Avenir"/>
              <a:cs typeface="Avenir"/>
              <a:sym typeface="Avenir"/>
            </a:endParaRPr>
          </a:p>
          <a:p>
            <a:pPr indent="-381000" lvl="0" marL="457200" rtl="0" algn="l">
              <a:lnSpc>
                <a:spcPct val="115000"/>
              </a:lnSpc>
              <a:spcBef>
                <a:spcPts val="0"/>
              </a:spcBef>
              <a:spcAft>
                <a:spcPts val="0"/>
              </a:spcAft>
              <a:buClr>
                <a:srgbClr val="1C1C1C"/>
              </a:buClr>
              <a:buSzPts val="2400"/>
              <a:buFont typeface="Avenir"/>
              <a:buChar char="●"/>
            </a:pPr>
            <a:r>
              <a:rPr lang="en-US" sz="2400">
                <a:solidFill>
                  <a:srgbClr val="1C1C1C"/>
                </a:solidFill>
                <a:latin typeface="Avenir"/>
                <a:ea typeface="Avenir"/>
                <a:cs typeface="Avenir"/>
                <a:sym typeface="Avenir"/>
              </a:rPr>
              <a:t>Hypervigilance</a:t>
            </a:r>
            <a:endParaRPr sz="2400">
              <a:solidFill>
                <a:srgbClr val="1C1C1C"/>
              </a:solidFill>
              <a:latin typeface="Avenir"/>
              <a:ea typeface="Avenir"/>
              <a:cs typeface="Avenir"/>
              <a:sym typeface="Avenir"/>
            </a:endParaRPr>
          </a:p>
          <a:p>
            <a:pPr indent="-381000" lvl="0" marL="457200" rtl="0" algn="l">
              <a:lnSpc>
                <a:spcPct val="115000"/>
              </a:lnSpc>
              <a:spcBef>
                <a:spcPts val="0"/>
              </a:spcBef>
              <a:spcAft>
                <a:spcPts val="0"/>
              </a:spcAft>
              <a:buClr>
                <a:srgbClr val="1C1C1C"/>
              </a:buClr>
              <a:buSzPts val="2400"/>
              <a:buFont typeface="Avenir"/>
              <a:buChar char="●"/>
            </a:pPr>
            <a:r>
              <a:rPr lang="en-US" sz="2400">
                <a:solidFill>
                  <a:srgbClr val="1C1C1C"/>
                </a:solidFill>
                <a:latin typeface="Avenir"/>
                <a:ea typeface="Avenir"/>
                <a:cs typeface="Avenir"/>
                <a:sym typeface="Avenir"/>
              </a:rPr>
              <a:t>Behavioural dysregulation</a:t>
            </a:r>
            <a:endParaRPr sz="2400">
              <a:solidFill>
                <a:srgbClr val="1C1C1C"/>
              </a:solidFill>
              <a:latin typeface="Avenir"/>
              <a:ea typeface="Avenir"/>
              <a:cs typeface="Avenir"/>
              <a:sym typeface="Avenir"/>
            </a:endParaRPr>
          </a:p>
        </p:txBody>
      </p:sp>
      <p:sp>
        <p:nvSpPr>
          <p:cNvPr id="265" name="Google Shape;265;p36"/>
          <p:cNvSpPr txBox="1"/>
          <p:nvPr>
            <p:ph type="title"/>
          </p:nvPr>
        </p:nvSpPr>
        <p:spPr>
          <a:xfrm>
            <a:off x="0" y="0"/>
            <a:ext cx="9144000" cy="71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The Neurosequential Approach</a:t>
            </a:r>
            <a:endParaRPr/>
          </a:p>
        </p:txBody>
      </p:sp>
      <p:pic>
        <p:nvPicPr>
          <p:cNvPr id="266" name="Google Shape;266;p36"/>
          <p:cNvPicPr preferRelativeResize="0"/>
          <p:nvPr/>
        </p:nvPicPr>
        <p:blipFill rotWithShape="1">
          <a:blip r:embed="rId3">
            <a:alphaModFix/>
          </a:blip>
          <a:srcRect b="46587" l="0" r="69103" t="0"/>
          <a:stretch/>
        </p:blipFill>
        <p:spPr>
          <a:xfrm>
            <a:off x="7637725" y="3456169"/>
            <a:ext cx="1280809" cy="1340381"/>
          </a:xfrm>
          <a:prstGeom prst="rect">
            <a:avLst/>
          </a:prstGeom>
          <a:noFill/>
          <a:ln>
            <a:noFill/>
          </a:ln>
        </p:spPr>
      </p:pic>
      <p:pic>
        <p:nvPicPr>
          <p:cNvPr id="267" name="Google Shape;267;p36"/>
          <p:cNvPicPr preferRelativeResize="0"/>
          <p:nvPr/>
        </p:nvPicPr>
        <p:blipFill rotWithShape="1">
          <a:blip r:embed="rId3">
            <a:alphaModFix/>
          </a:blip>
          <a:srcRect b="46587" l="34136" r="34136" t="0"/>
          <a:stretch/>
        </p:blipFill>
        <p:spPr>
          <a:xfrm>
            <a:off x="7619025" y="2109026"/>
            <a:ext cx="1318042" cy="1340381"/>
          </a:xfrm>
          <a:prstGeom prst="rect">
            <a:avLst/>
          </a:prstGeom>
          <a:noFill/>
          <a:ln>
            <a:noFill/>
          </a:ln>
        </p:spPr>
      </p:pic>
      <p:pic>
        <p:nvPicPr>
          <p:cNvPr id="268" name="Google Shape;268;p36"/>
          <p:cNvPicPr preferRelativeResize="0"/>
          <p:nvPr/>
        </p:nvPicPr>
        <p:blipFill rotWithShape="1">
          <a:blip r:embed="rId3">
            <a:alphaModFix/>
          </a:blip>
          <a:srcRect b="46587" l="68272" r="0" t="0"/>
          <a:stretch/>
        </p:blipFill>
        <p:spPr>
          <a:xfrm>
            <a:off x="7619035" y="757350"/>
            <a:ext cx="1318042" cy="1340381"/>
          </a:xfrm>
          <a:prstGeom prst="rect">
            <a:avLst/>
          </a:prstGeom>
          <a:noFill/>
          <a:ln>
            <a:noFill/>
          </a:ln>
        </p:spPr>
      </p:pic>
      <p:sp>
        <p:nvSpPr>
          <p:cNvPr id="269" name="Google Shape;269;p36"/>
          <p:cNvSpPr/>
          <p:nvPr/>
        </p:nvSpPr>
        <p:spPr>
          <a:xfrm rot="5400000">
            <a:off x="6283869" y="2797675"/>
            <a:ext cx="1009800" cy="868800"/>
          </a:xfrm>
          <a:prstGeom prst="bentArrow">
            <a:avLst>
              <a:gd fmla="val 25000" name="adj1"/>
              <a:gd fmla="val 25000" name="adj2"/>
              <a:gd fmla="val 25000" name="adj3"/>
              <a:gd fmla="val 43750" name="adj4"/>
            </a:avLst>
          </a:prstGeom>
          <a:solidFill>
            <a:srgbClr val="EE002E"/>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270" name="Google Shape;270;p36"/>
          <p:cNvSpPr/>
          <p:nvPr/>
        </p:nvSpPr>
        <p:spPr>
          <a:xfrm flipH="1" rot="5400000">
            <a:off x="6292719" y="1626775"/>
            <a:ext cx="1009800" cy="886200"/>
          </a:xfrm>
          <a:prstGeom prst="bentArrow">
            <a:avLst>
              <a:gd fmla="val 25000" name="adj1"/>
              <a:gd fmla="val 25000"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271" name="Google Shape;271;p36"/>
          <p:cNvSpPr txBox="1"/>
          <p:nvPr/>
        </p:nvSpPr>
        <p:spPr>
          <a:xfrm>
            <a:off x="4657018" y="1771150"/>
            <a:ext cx="1765500" cy="1893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500">
                <a:solidFill>
                  <a:schemeClr val="dk1"/>
                </a:solidFill>
                <a:latin typeface="Avenir"/>
                <a:ea typeface="Avenir"/>
                <a:cs typeface="Avenir"/>
                <a:sym typeface="Avenir"/>
              </a:rPr>
              <a:t>Lookout</a:t>
            </a:r>
            <a:endParaRPr sz="2500">
              <a:solidFill>
                <a:schemeClr val="dk1"/>
              </a:solidFill>
              <a:latin typeface="Avenir"/>
              <a:ea typeface="Avenir"/>
              <a:cs typeface="Avenir"/>
              <a:sym typeface="Avenir"/>
            </a:endParaRPr>
          </a:p>
          <a:p>
            <a:pPr indent="0" lvl="0" marL="0" rtl="0" algn="ctr">
              <a:spcBef>
                <a:spcPts val="0"/>
              </a:spcBef>
              <a:spcAft>
                <a:spcPts val="0"/>
              </a:spcAft>
              <a:buNone/>
            </a:pPr>
            <a:r>
              <a:t/>
            </a:r>
            <a:endParaRPr sz="2500">
              <a:solidFill>
                <a:schemeClr val="dk1"/>
              </a:solidFill>
              <a:latin typeface="Avenir"/>
              <a:ea typeface="Avenir"/>
              <a:cs typeface="Avenir"/>
              <a:sym typeface="Avenir"/>
            </a:endParaRPr>
          </a:p>
          <a:p>
            <a:pPr indent="0" lvl="0" marL="0" rtl="0" algn="ctr">
              <a:spcBef>
                <a:spcPts val="0"/>
              </a:spcBef>
              <a:spcAft>
                <a:spcPts val="0"/>
              </a:spcAft>
              <a:buNone/>
            </a:pPr>
            <a:r>
              <a:t/>
            </a:r>
            <a:endParaRPr sz="2500">
              <a:solidFill>
                <a:schemeClr val="dk1"/>
              </a:solidFill>
              <a:latin typeface="Avenir"/>
              <a:ea typeface="Avenir"/>
              <a:cs typeface="Avenir"/>
              <a:sym typeface="Avenir"/>
            </a:endParaRPr>
          </a:p>
          <a:p>
            <a:pPr indent="0" lvl="0" marL="0" rtl="0" algn="ctr">
              <a:spcBef>
                <a:spcPts val="0"/>
              </a:spcBef>
              <a:spcAft>
                <a:spcPts val="0"/>
              </a:spcAft>
              <a:buNone/>
            </a:pPr>
            <a:r>
              <a:rPr lang="en-US" sz="2500">
                <a:solidFill>
                  <a:schemeClr val="dk1"/>
                </a:solidFill>
                <a:latin typeface="Avenir"/>
                <a:ea typeface="Avenir"/>
                <a:cs typeface="Avenir"/>
                <a:sym typeface="Avenir"/>
              </a:rPr>
              <a:t>System</a:t>
            </a:r>
            <a:endParaRPr sz="2500">
              <a:solidFill>
                <a:schemeClr val="dk1"/>
              </a:solidFill>
              <a:latin typeface="Avenir"/>
              <a:ea typeface="Avenir"/>
              <a:cs typeface="Avenir"/>
              <a:sym typeface="Avenir"/>
            </a:endParaRPr>
          </a:p>
        </p:txBody>
      </p:sp>
      <p:pic>
        <p:nvPicPr>
          <p:cNvPr descr="a white eye with a brown pupil and a black center (provided by Tenor)" id="272" name="Google Shape;272;p36"/>
          <p:cNvPicPr preferRelativeResize="0"/>
          <p:nvPr/>
        </p:nvPicPr>
        <p:blipFill rotWithShape="1">
          <a:blip r:embed="rId4">
            <a:alphaModFix/>
          </a:blip>
          <a:srcRect b="0" l="0" r="0" t="14661"/>
          <a:stretch/>
        </p:blipFill>
        <p:spPr>
          <a:xfrm>
            <a:off x="5141280" y="2349127"/>
            <a:ext cx="886199" cy="646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6" name="Shape 276"/>
        <p:cNvGrpSpPr/>
        <p:nvPr/>
      </p:nvGrpSpPr>
      <p:grpSpPr>
        <a:xfrm>
          <a:off x="0" y="0"/>
          <a:ext cx="0" cy="0"/>
          <a:chOff x="0" y="0"/>
          <a:chExt cx="0" cy="0"/>
        </a:xfrm>
      </p:grpSpPr>
      <p:sp>
        <p:nvSpPr>
          <p:cNvPr id="277" name="Google Shape;277;p37"/>
          <p:cNvSpPr txBox="1"/>
          <p:nvPr>
            <p:ph type="title"/>
          </p:nvPr>
        </p:nvSpPr>
        <p:spPr>
          <a:xfrm>
            <a:off x="0" y="0"/>
            <a:ext cx="9144000" cy="71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The Neurosequential Model</a:t>
            </a:r>
            <a:endParaRPr/>
          </a:p>
        </p:txBody>
      </p:sp>
      <p:pic>
        <p:nvPicPr>
          <p:cNvPr id="278" name="Google Shape;278;p37" title="Bruce Perry 01   The Neurosequential Model">
            <a:hlinkClick r:id="rId3"/>
          </p:cNvPr>
          <p:cNvPicPr preferRelativeResize="0"/>
          <p:nvPr/>
        </p:nvPicPr>
        <p:blipFill>
          <a:blip r:embed="rId4">
            <a:alphaModFix/>
          </a:blip>
          <a:stretch>
            <a:fillRect/>
          </a:stretch>
        </p:blipFill>
        <p:spPr>
          <a:xfrm>
            <a:off x="997475" y="774350"/>
            <a:ext cx="7149050" cy="4021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1000"/>
                                        <p:tgtEl>
                                          <p:spTgt spid="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2" name="Shape 282"/>
        <p:cNvGrpSpPr/>
        <p:nvPr/>
      </p:nvGrpSpPr>
      <p:grpSpPr>
        <a:xfrm>
          <a:off x="0" y="0"/>
          <a:ext cx="0" cy="0"/>
          <a:chOff x="0" y="0"/>
          <a:chExt cx="0" cy="0"/>
        </a:xfrm>
      </p:grpSpPr>
      <p:sp>
        <p:nvSpPr>
          <p:cNvPr id="283" name="Google Shape;283;p38"/>
          <p:cNvSpPr txBox="1"/>
          <p:nvPr/>
        </p:nvSpPr>
        <p:spPr>
          <a:xfrm>
            <a:off x="5488287" y="907350"/>
            <a:ext cx="1638300" cy="646200"/>
          </a:xfrm>
          <a:prstGeom prst="rect">
            <a:avLst/>
          </a:prstGeom>
          <a:solidFill>
            <a:srgbClr val="00DC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solidFill>
                  <a:schemeClr val="lt1"/>
                </a:solidFill>
                <a:latin typeface="Avenir"/>
                <a:ea typeface="Avenir"/>
                <a:cs typeface="Avenir"/>
                <a:sym typeface="Avenir"/>
              </a:rPr>
              <a:t>Reason</a:t>
            </a:r>
            <a:endParaRPr b="1" sz="2800">
              <a:solidFill>
                <a:schemeClr val="lt1"/>
              </a:solidFill>
              <a:latin typeface="Avenir"/>
              <a:ea typeface="Avenir"/>
              <a:cs typeface="Avenir"/>
              <a:sym typeface="Avenir"/>
            </a:endParaRPr>
          </a:p>
        </p:txBody>
      </p:sp>
      <p:sp>
        <p:nvSpPr>
          <p:cNvPr id="284" name="Google Shape;284;p38"/>
          <p:cNvSpPr/>
          <p:nvPr/>
        </p:nvSpPr>
        <p:spPr>
          <a:xfrm>
            <a:off x="5600475" y="1400450"/>
            <a:ext cx="1413900" cy="3306000"/>
          </a:xfrm>
          <a:prstGeom prst="upArrow">
            <a:avLst>
              <a:gd fmla="val 50000" name="adj1"/>
              <a:gd fmla="val 50000" name="adj2"/>
            </a:avLst>
          </a:prstGeom>
          <a:solidFill>
            <a:schemeClr val="lt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285" name="Google Shape;285;p38"/>
          <p:cNvSpPr txBox="1"/>
          <p:nvPr/>
        </p:nvSpPr>
        <p:spPr>
          <a:xfrm>
            <a:off x="5488287" y="2319088"/>
            <a:ext cx="1638300" cy="646200"/>
          </a:xfrm>
          <a:prstGeom prst="rect">
            <a:avLst/>
          </a:prstGeom>
          <a:solidFill>
            <a:srgbClr val="017F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solidFill>
                  <a:schemeClr val="lt1"/>
                </a:solidFill>
                <a:latin typeface="Avenir"/>
                <a:ea typeface="Avenir"/>
                <a:cs typeface="Avenir"/>
                <a:sym typeface="Avenir"/>
              </a:rPr>
              <a:t>Relate</a:t>
            </a:r>
            <a:endParaRPr b="1" sz="2800">
              <a:solidFill>
                <a:schemeClr val="lt1"/>
              </a:solidFill>
              <a:latin typeface="Avenir"/>
              <a:ea typeface="Avenir"/>
              <a:cs typeface="Avenir"/>
              <a:sym typeface="Avenir"/>
            </a:endParaRPr>
          </a:p>
        </p:txBody>
      </p:sp>
      <p:sp>
        <p:nvSpPr>
          <p:cNvPr id="286" name="Google Shape;286;p38"/>
          <p:cNvSpPr txBox="1"/>
          <p:nvPr/>
        </p:nvSpPr>
        <p:spPr>
          <a:xfrm>
            <a:off x="5488287" y="3730850"/>
            <a:ext cx="1638300" cy="646200"/>
          </a:xfrm>
          <a:prstGeom prst="rect">
            <a:avLst/>
          </a:prstGeom>
          <a:solidFill>
            <a:srgbClr val="DA011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solidFill>
                  <a:schemeClr val="lt1"/>
                </a:solidFill>
                <a:latin typeface="Avenir"/>
                <a:ea typeface="Avenir"/>
                <a:cs typeface="Avenir"/>
                <a:sym typeface="Avenir"/>
              </a:rPr>
              <a:t>Regulate</a:t>
            </a:r>
            <a:endParaRPr b="1" sz="2800">
              <a:solidFill>
                <a:schemeClr val="lt1"/>
              </a:solidFill>
              <a:latin typeface="Avenir"/>
              <a:ea typeface="Avenir"/>
              <a:cs typeface="Avenir"/>
              <a:sym typeface="Avenir"/>
            </a:endParaRPr>
          </a:p>
        </p:txBody>
      </p:sp>
      <p:sp>
        <p:nvSpPr>
          <p:cNvPr id="287" name="Google Shape;287;p38"/>
          <p:cNvSpPr txBox="1"/>
          <p:nvPr/>
        </p:nvSpPr>
        <p:spPr>
          <a:xfrm>
            <a:off x="728375" y="4017925"/>
            <a:ext cx="3125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400"/>
          </a:p>
        </p:txBody>
      </p:sp>
      <p:sp>
        <p:nvSpPr>
          <p:cNvPr id="288" name="Google Shape;288;p38"/>
          <p:cNvSpPr txBox="1"/>
          <p:nvPr>
            <p:ph type="title"/>
          </p:nvPr>
        </p:nvSpPr>
        <p:spPr>
          <a:xfrm>
            <a:off x="0" y="0"/>
            <a:ext cx="9144000" cy="71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What Went Wrong?</a:t>
            </a:r>
            <a:endParaRPr/>
          </a:p>
        </p:txBody>
      </p:sp>
      <p:pic>
        <p:nvPicPr>
          <p:cNvPr id="289" name="Google Shape;289;p38"/>
          <p:cNvPicPr preferRelativeResize="0"/>
          <p:nvPr/>
        </p:nvPicPr>
        <p:blipFill rotWithShape="1">
          <a:blip r:embed="rId3">
            <a:alphaModFix/>
          </a:blip>
          <a:srcRect b="46587" l="0" r="69103" t="0"/>
          <a:stretch/>
        </p:blipFill>
        <p:spPr>
          <a:xfrm>
            <a:off x="7637725" y="3456169"/>
            <a:ext cx="1280809" cy="1340381"/>
          </a:xfrm>
          <a:prstGeom prst="rect">
            <a:avLst/>
          </a:prstGeom>
          <a:noFill/>
          <a:ln>
            <a:noFill/>
          </a:ln>
        </p:spPr>
      </p:pic>
      <p:pic>
        <p:nvPicPr>
          <p:cNvPr id="290" name="Google Shape;290;p38"/>
          <p:cNvPicPr preferRelativeResize="0"/>
          <p:nvPr/>
        </p:nvPicPr>
        <p:blipFill rotWithShape="1">
          <a:blip r:embed="rId3">
            <a:alphaModFix/>
          </a:blip>
          <a:srcRect b="46587" l="34136" r="34136" t="0"/>
          <a:stretch/>
        </p:blipFill>
        <p:spPr>
          <a:xfrm>
            <a:off x="7619025" y="2109026"/>
            <a:ext cx="1318042" cy="1340381"/>
          </a:xfrm>
          <a:prstGeom prst="rect">
            <a:avLst/>
          </a:prstGeom>
          <a:noFill/>
          <a:ln>
            <a:noFill/>
          </a:ln>
        </p:spPr>
      </p:pic>
      <p:pic>
        <p:nvPicPr>
          <p:cNvPr id="291" name="Google Shape;291;p38"/>
          <p:cNvPicPr preferRelativeResize="0"/>
          <p:nvPr/>
        </p:nvPicPr>
        <p:blipFill rotWithShape="1">
          <a:blip r:embed="rId3">
            <a:alphaModFix/>
          </a:blip>
          <a:srcRect b="46587" l="68272" r="0" t="0"/>
          <a:stretch/>
        </p:blipFill>
        <p:spPr>
          <a:xfrm>
            <a:off x="7619035" y="757350"/>
            <a:ext cx="1318042" cy="1340381"/>
          </a:xfrm>
          <a:prstGeom prst="rect">
            <a:avLst/>
          </a:prstGeom>
          <a:noFill/>
          <a:ln>
            <a:noFill/>
          </a:ln>
        </p:spPr>
      </p:pic>
      <p:sp>
        <p:nvSpPr>
          <p:cNvPr id="292" name="Google Shape;292;p38"/>
          <p:cNvSpPr txBox="1"/>
          <p:nvPr/>
        </p:nvSpPr>
        <p:spPr>
          <a:xfrm>
            <a:off x="204025" y="38538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An Incident in School: BBC3</a:t>
            </a:r>
            <a:endParaRPr sz="18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1000"/>
                                        <p:tgtEl>
                                          <p:spTgt spid="2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6" name="Shape 296"/>
        <p:cNvGrpSpPr/>
        <p:nvPr/>
      </p:nvGrpSpPr>
      <p:grpSpPr>
        <a:xfrm>
          <a:off x="0" y="0"/>
          <a:ext cx="0" cy="0"/>
          <a:chOff x="0" y="0"/>
          <a:chExt cx="0" cy="0"/>
        </a:xfrm>
      </p:grpSpPr>
      <p:sp>
        <p:nvSpPr>
          <p:cNvPr id="297" name="Google Shape;297;p39"/>
          <p:cNvSpPr txBox="1"/>
          <p:nvPr>
            <p:ph type="title"/>
          </p:nvPr>
        </p:nvSpPr>
        <p:spPr>
          <a:xfrm>
            <a:off x="0" y="0"/>
            <a:ext cx="9144000" cy="71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The Neurosequential Approach</a:t>
            </a:r>
            <a:endParaRPr/>
          </a:p>
        </p:txBody>
      </p:sp>
      <p:pic>
        <p:nvPicPr>
          <p:cNvPr id="298" name="Google Shape;298;p39"/>
          <p:cNvPicPr preferRelativeResize="0"/>
          <p:nvPr/>
        </p:nvPicPr>
        <p:blipFill rotWithShape="1">
          <a:blip r:embed="rId3">
            <a:alphaModFix/>
          </a:blip>
          <a:srcRect b="46587" l="0" r="69103" t="0"/>
          <a:stretch/>
        </p:blipFill>
        <p:spPr>
          <a:xfrm>
            <a:off x="7637725" y="3456169"/>
            <a:ext cx="1280809" cy="1340381"/>
          </a:xfrm>
          <a:prstGeom prst="rect">
            <a:avLst/>
          </a:prstGeom>
          <a:noFill/>
          <a:ln>
            <a:noFill/>
          </a:ln>
        </p:spPr>
      </p:pic>
      <p:pic>
        <p:nvPicPr>
          <p:cNvPr id="299" name="Google Shape;299;p39"/>
          <p:cNvPicPr preferRelativeResize="0"/>
          <p:nvPr/>
        </p:nvPicPr>
        <p:blipFill rotWithShape="1">
          <a:blip r:embed="rId3">
            <a:alphaModFix/>
          </a:blip>
          <a:srcRect b="46587" l="34136" r="34136" t="0"/>
          <a:stretch/>
        </p:blipFill>
        <p:spPr>
          <a:xfrm>
            <a:off x="7619025" y="2109026"/>
            <a:ext cx="1318042" cy="1340381"/>
          </a:xfrm>
          <a:prstGeom prst="rect">
            <a:avLst/>
          </a:prstGeom>
          <a:noFill/>
          <a:ln>
            <a:noFill/>
          </a:ln>
        </p:spPr>
      </p:pic>
      <p:pic>
        <p:nvPicPr>
          <p:cNvPr id="300" name="Google Shape;300;p39"/>
          <p:cNvPicPr preferRelativeResize="0"/>
          <p:nvPr/>
        </p:nvPicPr>
        <p:blipFill rotWithShape="1">
          <a:blip r:embed="rId3">
            <a:alphaModFix/>
          </a:blip>
          <a:srcRect b="46587" l="68272" r="0" t="0"/>
          <a:stretch/>
        </p:blipFill>
        <p:spPr>
          <a:xfrm>
            <a:off x="7619035" y="757350"/>
            <a:ext cx="1318042" cy="1340381"/>
          </a:xfrm>
          <a:prstGeom prst="rect">
            <a:avLst/>
          </a:prstGeom>
          <a:noFill/>
          <a:ln>
            <a:noFill/>
          </a:ln>
        </p:spPr>
      </p:pic>
      <p:sp>
        <p:nvSpPr>
          <p:cNvPr id="301" name="Google Shape;301;p39"/>
          <p:cNvSpPr/>
          <p:nvPr/>
        </p:nvSpPr>
        <p:spPr>
          <a:xfrm rot="5400000">
            <a:off x="6283869" y="2797675"/>
            <a:ext cx="1009800" cy="868800"/>
          </a:xfrm>
          <a:prstGeom prst="bentArrow">
            <a:avLst>
              <a:gd fmla="val 25000" name="adj1"/>
              <a:gd fmla="val 25000" name="adj2"/>
              <a:gd fmla="val 25000" name="adj3"/>
              <a:gd fmla="val 43750" name="adj4"/>
            </a:avLst>
          </a:prstGeom>
          <a:solidFill>
            <a:srgbClr val="EE002E"/>
          </a:solidFill>
          <a:ln cap="flat" cmpd="sng" w="127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302" name="Google Shape;302;p39"/>
          <p:cNvSpPr/>
          <p:nvPr/>
        </p:nvSpPr>
        <p:spPr>
          <a:xfrm flipH="1" rot="5400000">
            <a:off x="6292719" y="1626775"/>
            <a:ext cx="1009800" cy="886200"/>
          </a:xfrm>
          <a:prstGeom prst="bentArrow">
            <a:avLst>
              <a:gd fmla="val 25000" name="adj1"/>
              <a:gd fmla="val 25000" name="adj2"/>
              <a:gd fmla="val 25000" name="adj3"/>
              <a:gd fmla="val 43750" name="adj4"/>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303" name="Google Shape;303;p39"/>
          <p:cNvSpPr txBox="1"/>
          <p:nvPr/>
        </p:nvSpPr>
        <p:spPr>
          <a:xfrm>
            <a:off x="4657018" y="1771150"/>
            <a:ext cx="1765500" cy="18939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2500">
                <a:solidFill>
                  <a:schemeClr val="dk1"/>
                </a:solidFill>
                <a:latin typeface="Avenir"/>
                <a:ea typeface="Avenir"/>
                <a:cs typeface="Avenir"/>
                <a:sym typeface="Avenir"/>
              </a:rPr>
              <a:t>Lookout</a:t>
            </a:r>
            <a:endParaRPr sz="2500">
              <a:solidFill>
                <a:schemeClr val="dk1"/>
              </a:solidFill>
              <a:latin typeface="Avenir"/>
              <a:ea typeface="Avenir"/>
              <a:cs typeface="Avenir"/>
              <a:sym typeface="Avenir"/>
            </a:endParaRPr>
          </a:p>
          <a:p>
            <a:pPr indent="0" lvl="0" marL="0" rtl="0" algn="ctr">
              <a:spcBef>
                <a:spcPts val="0"/>
              </a:spcBef>
              <a:spcAft>
                <a:spcPts val="0"/>
              </a:spcAft>
              <a:buNone/>
            </a:pPr>
            <a:r>
              <a:t/>
            </a:r>
            <a:endParaRPr sz="2500">
              <a:solidFill>
                <a:schemeClr val="dk1"/>
              </a:solidFill>
              <a:latin typeface="Avenir"/>
              <a:ea typeface="Avenir"/>
              <a:cs typeface="Avenir"/>
              <a:sym typeface="Avenir"/>
            </a:endParaRPr>
          </a:p>
          <a:p>
            <a:pPr indent="0" lvl="0" marL="0" rtl="0" algn="ctr">
              <a:spcBef>
                <a:spcPts val="0"/>
              </a:spcBef>
              <a:spcAft>
                <a:spcPts val="0"/>
              </a:spcAft>
              <a:buNone/>
            </a:pPr>
            <a:r>
              <a:t/>
            </a:r>
            <a:endParaRPr sz="2500">
              <a:solidFill>
                <a:schemeClr val="dk1"/>
              </a:solidFill>
              <a:latin typeface="Avenir"/>
              <a:ea typeface="Avenir"/>
              <a:cs typeface="Avenir"/>
              <a:sym typeface="Avenir"/>
            </a:endParaRPr>
          </a:p>
          <a:p>
            <a:pPr indent="0" lvl="0" marL="0" rtl="0" algn="ctr">
              <a:spcBef>
                <a:spcPts val="0"/>
              </a:spcBef>
              <a:spcAft>
                <a:spcPts val="0"/>
              </a:spcAft>
              <a:buNone/>
            </a:pPr>
            <a:r>
              <a:rPr lang="en-US" sz="2500">
                <a:solidFill>
                  <a:schemeClr val="dk1"/>
                </a:solidFill>
                <a:latin typeface="Avenir"/>
                <a:ea typeface="Avenir"/>
                <a:cs typeface="Avenir"/>
                <a:sym typeface="Avenir"/>
              </a:rPr>
              <a:t>System</a:t>
            </a:r>
            <a:endParaRPr sz="2500">
              <a:solidFill>
                <a:schemeClr val="dk1"/>
              </a:solidFill>
              <a:latin typeface="Avenir"/>
              <a:ea typeface="Avenir"/>
              <a:cs typeface="Avenir"/>
              <a:sym typeface="Avenir"/>
            </a:endParaRPr>
          </a:p>
        </p:txBody>
      </p:sp>
      <p:pic>
        <p:nvPicPr>
          <p:cNvPr descr="a white eye with a brown pupil and a black center (provided by Tenor)" id="304" name="Google Shape;304;p39"/>
          <p:cNvPicPr preferRelativeResize="0"/>
          <p:nvPr/>
        </p:nvPicPr>
        <p:blipFill rotWithShape="1">
          <a:blip r:embed="rId4">
            <a:alphaModFix/>
          </a:blip>
          <a:srcRect b="0" l="0" r="0" t="14661"/>
          <a:stretch/>
        </p:blipFill>
        <p:spPr>
          <a:xfrm>
            <a:off x="5141280" y="2349127"/>
            <a:ext cx="886199" cy="646500"/>
          </a:xfrm>
          <a:prstGeom prst="rect">
            <a:avLst/>
          </a:prstGeom>
          <a:noFill/>
          <a:ln>
            <a:noFill/>
          </a:ln>
        </p:spPr>
      </p:pic>
      <p:sp>
        <p:nvSpPr>
          <p:cNvPr id="305" name="Google Shape;305;p39"/>
          <p:cNvSpPr txBox="1"/>
          <p:nvPr>
            <p:ph idx="1" type="body"/>
          </p:nvPr>
        </p:nvSpPr>
        <p:spPr>
          <a:xfrm>
            <a:off x="175800" y="878700"/>
            <a:ext cx="4481100" cy="37965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2400">
                <a:solidFill>
                  <a:srgbClr val="00A1CC"/>
                </a:solidFill>
              </a:rPr>
              <a:t>Stress Response:</a:t>
            </a:r>
            <a:endParaRPr sz="2400">
              <a:solidFill>
                <a:srgbClr val="00A1CC"/>
              </a:solidFill>
            </a:endParaRPr>
          </a:p>
          <a:p>
            <a:pPr indent="-381000" lvl="0" marL="457200" rtl="0" algn="l">
              <a:lnSpc>
                <a:spcPct val="115000"/>
              </a:lnSpc>
              <a:spcBef>
                <a:spcPts val="0"/>
              </a:spcBef>
              <a:spcAft>
                <a:spcPts val="0"/>
              </a:spcAft>
              <a:buClr>
                <a:srgbClr val="1C1C1C"/>
              </a:buClr>
              <a:buSzPts val="2400"/>
              <a:buFont typeface="Avenir"/>
              <a:buChar char="●"/>
            </a:pPr>
            <a:r>
              <a:rPr lang="en-US" sz="2400">
                <a:solidFill>
                  <a:srgbClr val="1C1C1C"/>
                </a:solidFill>
              </a:rPr>
              <a:t>Assertive body language</a:t>
            </a:r>
            <a:endParaRPr sz="2400">
              <a:solidFill>
                <a:srgbClr val="1C1C1C"/>
              </a:solidFill>
            </a:endParaRPr>
          </a:p>
          <a:p>
            <a:pPr indent="-381000" lvl="0" marL="457200" rtl="0" algn="l">
              <a:lnSpc>
                <a:spcPct val="115000"/>
              </a:lnSpc>
              <a:spcBef>
                <a:spcPts val="0"/>
              </a:spcBef>
              <a:spcAft>
                <a:spcPts val="0"/>
              </a:spcAft>
              <a:buClr>
                <a:srgbClr val="1C1C1C"/>
              </a:buClr>
              <a:buSzPts val="2400"/>
              <a:buFont typeface="Avenir"/>
              <a:buChar char="●"/>
            </a:pPr>
            <a:r>
              <a:rPr lang="en-US" sz="2400">
                <a:solidFill>
                  <a:srgbClr val="1C1C1C"/>
                </a:solidFill>
              </a:rPr>
              <a:t>Blocking exits / cornering</a:t>
            </a:r>
            <a:endParaRPr sz="2400">
              <a:solidFill>
                <a:srgbClr val="1C1C1C"/>
              </a:solidFill>
            </a:endParaRPr>
          </a:p>
          <a:p>
            <a:pPr indent="-381000" lvl="0" marL="457200" rtl="0" algn="l">
              <a:lnSpc>
                <a:spcPct val="115000"/>
              </a:lnSpc>
              <a:spcBef>
                <a:spcPts val="0"/>
              </a:spcBef>
              <a:spcAft>
                <a:spcPts val="0"/>
              </a:spcAft>
              <a:buClr>
                <a:srgbClr val="1C1C1C"/>
              </a:buClr>
              <a:buSzPts val="2400"/>
              <a:buFont typeface="Avenir"/>
              <a:buChar char="●"/>
            </a:pPr>
            <a:r>
              <a:rPr lang="en-US" sz="2400">
                <a:solidFill>
                  <a:srgbClr val="1C1C1C"/>
                </a:solidFill>
              </a:rPr>
              <a:t>Disinterest / dismissive</a:t>
            </a:r>
            <a:endParaRPr sz="2400">
              <a:solidFill>
                <a:srgbClr val="1C1C1C"/>
              </a:solidFill>
            </a:endParaRPr>
          </a:p>
          <a:p>
            <a:pPr indent="-381000" lvl="0" marL="457200" rtl="0" algn="l">
              <a:lnSpc>
                <a:spcPct val="115000"/>
              </a:lnSpc>
              <a:spcBef>
                <a:spcPts val="0"/>
              </a:spcBef>
              <a:spcAft>
                <a:spcPts val="0"/>
              </a:spcAft>
              <a:buClr>
                <a:srgbClr val="1C1C1C"/>
              </a:buClr>
              <a:buSzPts val="2400"/>
              <a:buFont typeface="Avenir"/>
              <a:buChar char="●"/>
            </a:pPr>
            <a:r>
              <a:rPr lang="en-US" sz="2400">
                <a:solidFill>
                  <a:srgbClr val="1C1C1C"/>
                </a:solidFill>
              </a:rPr>
              <a:t>Verbal threats / challenges</a:t>
            </a:r>
            <a:endParaRPr sz="2400">
              <a:solidFill>
                <a:srgbClr val="00A1CC"/>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9" name="Shape 309"/>
        <p:cNvGrpSpPr/>
        <p:nvPr/>
      </p:nvGrpSpPr>
      <p:grpSpPr>
        <a:xfrm>
          <a:off x="0" y="0"/>
          <a:ext cx="0" cy="0"/>
          <a:chOff x="0" y="0"/>
          <a:chExt cx="0" cy="0"/>
        </a:xfrm>
      </p:grpSpPr>
      <p:sp>
        <p:nvSpPr>
          <p:cNvPr id="310" name="Google Shape;310;p40"/>
          <p:cNvSpPr txBox="1"/>
          <p:nvPr>
            <p:ph idx="1" type="subTitle"/>
          </p:nvPr>
        </p:nvSpPr>
        <p:spPr>
          <a:xfrm>
            <a:off x="202453" y="2204262"/>
            <a:ext cx="4041600" cy="1149900"/>
          </a:xfrm>
          <a:prstGeom prst="rect">
            <a:avLst/>
          </a:prstGeom>
          <a:noFill/>
          <a:ln>
            <a:noFill/>
          </a:ln>
        </p:spPr>
        <p:txBody>
          <a:bodyPr anchorCtr="0" anchor="ctr" bIns="91425" lIns="91425" spcFirstLastPara="1" rIns="91425" wrap="square" tIns="91425">
            <a:spAutoFit/>
          </a:bodyPr>
          <a:lstStyle/>
          <a:p>
            <a:pPr indent="-349250" lvl="0" marL="457200" rtl="0" algn="l">
              <a:lnSpc>
                <a:spcPct val="115000"/>
              </a:lnSpc>
              <a:spcBef>
                <a:spcPts val="0"/>
              </a:spcBef>
              <a:spcAft>
                <a:spcPts val="0"/>
              </a:spcAft>
              <a:buClr>
                <a:srgbClr val="0B5394"/>
              </a:buClr>
              <a:buSzPts val="1900"/>
              <a:buFont typeface="Avenir"/>
              <a:buChar char="●"/>
            </a:pPr>
            <a:r>
              <a:rPr lang="en-US" sz="1900">
                <a:solidFill>
                  <a:srgbClr val="0B5394"/>
                </a:solidFill>
                <a:latin typeface="Avenir"/>
                <a:ea typeface="Avenir"/>
                <a:cs typeface="Avenir"/>
                <a:sym typeface="Avenir"/>
              </a:rPr>
              <a:t>Natural curiosity</a:t>
            </a:r>
            <a:endParaRPr sz="1900">
              <a:solidFill>
                <a:srgbClr val="0B5394"/>
              </a:solidFill>
              <a:latin typeface="Avenir"/>
              <a:ea typeface="Avenir"/>
              <a:cs typeface="Avenir"/>
              <a:sym typeface="Avenir"/>
            </a:endParaRPr>
          </a:p>
          <a:p>
            <a:pPr indent="-349250" lvl="0" marL="457200" rtl="0" algn="l">
              <a:lnSpc>
                <a:spcPct val="115000"/>
              </a:lnSpc>
              <a:spcBef>
                <a:spcPts val="0"/>
              </a:spcBef>
              <a:spcAft>
                <a:spcPts val="0"/>
              </a:spcAft>
              <a:buClr>
                <a:srgbClr val="0B5394"/>
              </a:buClr>
              <a:buSzPts val="1900"/>
              <a:buFont typeface="Avenir"/>
              <a:buChar char="●"/>
            </a:pPr>
            <a:r>
              <a:rPr lang="en-US" sz="1900">
                <a:solidFill>
                  <a:srgbClr val="0B5394"/>
                </a:solidFill>
                <a:latin typeface="Avenir"/>
                <a:ea typeface="Avenir"/>
                <a:cs typeface="Avenir"/>
                <a:sym typeface="Avenir"/>
              </a:rPr>
              <a:t>Problem-solve together</a:t>
            </a:r>
            <a:endParaRPr sz="1900">
              <a:solidFill>
                <a:srgbClr val="0B5394"/>
              </a:solidFill>
              <a:latin typeface="Avenir"/>
              <a:ea typeface="Avenir"/>
              <a:cs typeface="Avenir"/>
              <a:sym typeface="Avenir"/>
            </a:endParaRPr>
          </a:p>
          <a:p>
            <a:pPr indent="-349250" lvl="0" marL="457200" rtl="0" algn="l">
              <a:lnSpc>
                <a:spcPct val="115000"/>
              </a:lnSpc>
              <a:spcBef>
                <a:spcPts val="0"/>
              </a:spcBef>
              <a:spcAft>
                <a:spcPts val="0"/>
              </a:spcAft>
              <a:buClr>
                <a:srgbClr val="0B5394"/>
              </a:buClr>
              <a:buSzPts val="1900"/>
              <a:buFont typeface="Avenir"/>
              <a:buChar char="●"/>
            </a:pPr>
            <a:r>
              <a:rPr lang="en-US" sz="1900">
                <a:solidFill>
                  <a:srgbClr val="0B5394"/>
                </a:solidFill>
                <a:latin typeface="Avenir"/>
                <a:ea typeface="Avenir"/>
                <a:cs typeface="Avenir"/>
                <a:sym typeface="Avenir"/>
              </a:rPr>
              <a:t>Validate / label feelings</a:t>
            </a:r>
            <a:endParaRPr sz="1900">
              <a:solidFill>
                <a:srgbClr val="A61C00"/>
              </a:solidFill>
              <a:latin typeface="Avenir"/>
              <a:ea typeface="Avenir"/>
              <a:cs typeface="Avenir"/>
              <a:sym typeface="Avenir"/>
            </a:endParaRPr>
          </a:p>
        </p:txBody>
      </p:sp>
      <p:sp>
        <p:nvSpPr>
          <p:cNvPr id="311" name="Google Shape;311;p40"/>
          <p:cNvSpPr txBox="1"/>
          <p:nvPr>
            <p:ph type="title"/>
          </p:nvPr>
        </p:nvSpPr>
        <p:spPr>
          <a:xfrm>
            <a:off x="0" y="0"/>
            <a:ext cx="9144000" cy="71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The Neurosequential Approach</a:t>
            </a:r>
            <a:endParaRPr/>
          </a:p>
        </p:txBody>
      </p:sp>
      <p:pic>
        <p:nvPicPr>
          <p:cNvPr id="312" name="Google Shape;312;p40"/>
          <p:cNvPicPr preferRelativeResize="0"/>
          <p:nvPr/>
        </p:nvPicPr>
        <p:blipFill rotWithShape="1">
          <a:blip r:embed="rId3">
            <a:alphaModFix/>
          </a:blip>
          <a:srcRect b="46587" l="0" r="69103" t="0"/>
          <a:stretch/>
        </p:blipFill>
        <p:spPr>
          <a:xfrm>
            <a:off x="7637725" y="3456169"/>
            <a:ext cx="1280809" cy="1340381"/>
          </a:xfrm>
          <a:prstGeom prst="rect">
            <a:avLst/>
          </a:prstGeom>
          <a:noFill/>
          <a:ln>
            <a:noFill/>
          </a:ln>
        </p:spPr>
      </p:pic>
      <p:pic>
        <p:nvPicPr>
          <p:cNvPr id="313" name="Google Shape;313;p40"/>
          <p:cNvPicPr preferRelativeResize="0"/>
          <p:nvPr/>
        </p:nvPicPr>
        <p:blipFill rotWithShape="1">
          <a:blip r:embed="rId3">
            <a:alphaModFix/>
          </a:blip>
          <a:srcRect b="46587" l="34136" r="34136" t="0"/>
          <a:stretch/>
        </p:blipFill>
        <p:spPr>
          <a:xfrm>
            <a:off x="7619025" y="2109026"/>
            <a:ext cx="1318042" cy="1340381"/>
          </a:xfrm>
          <a:prstGeom prst="rect">
            <a:avLst/>
          </a:prstGeom>
          <a:noFill/>
          <a:ln>
            <a:noFill/>
          </a:ln>
        </p:spPr>
      </p:pic>
      <p:pic>
        <p:nvPicPr>
          <p:cNvPr id="314" name="Google Shape;314;p40"/>
          <p:cNvPicPr preferRelativeResize="0"/>
          <p:nvPr/>
        </p:nvPicPr>
        <p:blipFill rotWithShape="1">
          <a:blip r:embed="rId3">
            <a:alphaModFix/>
          </a:blip>
          <a:srcRect b="46587" l="68272" r="0" t="0"/>
          <a:stretch/>
        </p:blipFill>
        <p:spPr>
          <a:xfrm>
            <a:off x="7619035" y="757350"/>
            <a:ext cx="1318042" cy="1340381"/>
          </a:xfrm>
          <a:prstGeom prst="rect">
            <a:avLst/>
          </a:prstGeom>
          <a:noFill/>
          <a:ln>
            <a:noFill/>
          </a:ln>
        </p:spPr>
      </p:pic>
      <p:sp>
        <p:nvSpPr>
          <p:cNvPr id="315" name="Google Shape;315;p40"/>
          <p:cNvSpPr txBox="1"/>
          <p:nvPr>
            <p:ph idx="2" type="subTitle"/>
          </p:nvPr>
        </p:nvSpPr>
        <p:spPr>
          <a:xfrm>
            <a:off x="202453" y="3646650"/>
            <a:ext cx="4041600" cy="1149900"/>
          </a:xfrm>
          <a:prstGeom prst="rect">
            <a:avLst/>
          </a:prstGeom>
          <a:noFill/>
          <a:ln>
            <a:noFill/>
          </a:ln>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i="1" lang="en-US" sz="1900">
                <a:solidFill>
                  <a:srgbClr val="A61C00"/>
                </a:solidFill>
                <a:latin typeface="Avenir"/>
                <a:ea typeface="Avenir"/>
                <a:cs typeface="Avenir"/>
                <a:sym typeface="Avenir"/>
              </a:rPr>
              <a:t>How </a:t>
            </a:r>
            <a:r>
              <a:rPr lang="en-US" sz="1900">
                <a:solidFill>
                  <a:srgbClr val="A61C00"/>
                </a:solidFill>
                <a:latin typeface="Avenir"/>
                <a:ea typeface="Avenir"/>
                <a:cs typeface="Avenir"/>
                <a:sym typeface="Avenir"/>
              </a:rPr>
              <a:t>would students sustain this?</a:t>
            </a:r>
            <a:endParaRPr sz="1900">
              <a:solidFill>
                <a:srgbClr val="A61C00"/>
              </a:solidFill>
              <a:latin typeface="Avenir"/>
              <a:ea typeface="Avenir"/>
              <a:cs typeface="Avenir"/>
              <a:sym typeface="Avenir"/>
            </a:endParaRPr>
          </a:p>
          <a:p>
            <a:pPr indent="-349250" lvl="0" marL="457200" rtl="0" algn="l">
              <a:lnSpc>
                <a:spcPct val="115000"/>
              </a:lnSpc>
              <a:spcBef>
                <a:spcPts val="0"/>
              </a:spcBef>
              <a:spcAft>
                <a:spcPts val="0"/>
              </a:spcAft>
              <a:buClr>
                <a:srgbClr val="A61C00"/>
              </a:buClr>
              <a:buSzPts val="1900"/>
              <a:buFont typeface="Avenir"/>
              <a:buChar char="●"/>
            </a:pPr>
            <a:r>
              <a:rPr lang="en-US" sz="1900">
                <a:solidFill>
                  <a:srgbClr val="A61C00"/>
                </a:solidFill>
                <a:latin typeface="Avenir"/>
                <a:ea typeface="Avenir"/>
                <a:cs typeface="Avenir"/>
                <a:sym typeface="Avenir"/>
              </a:rPr>
              <a:t>After reintegration?</a:t>
            </a:r>
            <a:endParaRPr sz="1900">
              <a:solidFill>
                <a:srgbClr val="A61C00"/>
              </a:solidFill>
              <a:latin typeface="Avenir"/>
              <a:ea typeface="Avenir"/>
              <a:cs typeface="Avenir"/>
              <a:sym typeface="Avenir"/>
            </a:endParaRPr>
          </a:p>
          <a:p>
            <a:pPr indent="-349250" lvl="0" marL="457200" rtl="0" algn="l">
              <a:lnSpc>
                <a:spcPct val="115000"/>
              </a:lnSpc>
              <a:spcBef>
                <a:spcPts val="0"/>
              </a:spcBef>
              <a:spcAft>
                <a:spcPts val="0"/>
              </a:spcAft>
              <a:buClr>
                <a:srgbClr val="A61C00"/>
              </a:buClr>
              <a:buSzPts val="1900"/>
              <a:buFont typeface="Avenir"/>
              <a:buChar char="●"/>
            </a:pPr>
            <a:r>
              <a:rPr lang="en-US" sz="1900">
                <a:solidFill>
                  <a:srgbClr val="A61C00"/>
                </a:solidFill>
                <a:latin typeface="Avenir"/>
                <a:ea typeface="Avenir"/>
                <a:cs typeface="Avenir"/>
                <a:sym typeface="Avenir"/>
              </a:rPr>
              <a:t>Around the school?</a:t>
            </a:r>
            <a:endParaRPr sz="1900">
              <a:solidFill>
                <a:srgbClr val="0B5394"/>
              </a:solidFill>
              <a:latin typeface="Avenir"/>
              <a:ea typeface="Avenir"/>
              <a:cs typeface="Avenir"/>
              <a:sym typeface="Avenir"/>
            </a:endParaRPr>
          </a:p>
        </p:txBody>
      </p:sp>
      <p:sp>
        <p:nvSpPr>
          <p:cNvPr id="316" name="Google Shape;316;p40"/>
          <p:cNvSpPr txBox="1"/>
          <p:nvPr/>
        </p:nvSpPr>
        <p:spPr>
          <a:xfrm>
            <a:off x="5488287" y="907350"/>
            <a:ext cx="1638300" cy="646200"/>
          </a:xfrm>
          <a:prstGeom prst="rect">
            <a:avLst/>
          </a:prstGeom>
          <a:solidFill>
            <a:srgbClr val="00DC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solidFill>
                  <a:schemeClr val="lt1"/>
                </a:solidFill>
                <a:latin typeface="Avenir"/>
                <a:ea typeface="Avenir"/>
                <a:cs typeface="Avenir"/>
                <a:sym typeface="Avenir"/>
              </a:rPr>
              <a:t>Reason</a:t>
            </a:r>
            <a:endParaRPr b="1" sz="2800">
              <a:solidFill>
                <a:schemeClr val="lt1"/>
              </a:solidFill>
              <a:latin typeface="Avenir"/>
              <a:ea typeface="Avenir"/>
              <a:cs typeface="Avenir"/>
              <a:sym typeface="Avenir"/>
            </a:endParaRPr>
          </a:p>
        </p:txBody>
      </p:sp>
      <p:sp>
        <p:nvSpPr>
          <p:cNvPr id="317" name="Google Shape;317;p40"/>
          <p:cNvSpPr/>
          <p:nvPr/>
        </p:nvSpPr>
        <p:spPr>
          <a:xfrm>
            <a:off x="5600475" y="1400450"/>
            <a:ext cx="1413900" cy="3306000"/>
          </a:xfrm>
          <a:prstGeom prst="upArrow">
            <a:avLst>
              <a:gd fmla="val 50000" name="adj1"/>
              <a:gd fmla="val 50000" name="adj2"/>
            </a:avLst>
          </a:prstGeom>
          <a:solidFill>
            <a:schemeClr val="lt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318" name="Google Shape;318;p40"/>
          <p:cNvSpPr txBox="1"/>
          <p:nvPr/>
        </p:nvSpPr>
        <p:spPr>
          <a:xfrm>
            <a:off x="5488287" y="2319088"/>
            <a:ext cx="1638300" cy="646200"/>
          </a:xfrm>
          <a:prstGeom prst="rect">
            <a:avLst/>
          </a:prstGeom>
          <a:solidFill>
            <a:srgbClr val="017F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solidFill>
                  <a:schemeClr val="lt1"/>
                </a:solidFill>
                <a:latin typeface="Avenir"/>
                <a:ea typeface="Avenir"/>
                <a:cs typeface="Avenir"/>
                <a:sym typeface="Avenir"/>
              </a:rPr>
              <a:t>Relate</a:t>
            </a:r>
            <a:endParaRPr b="1" sz="2800">
              <a:solidFill>
                <a:schemeClr val="lt1"/>
              </a:solidFill>
              <a:latin typeface="Avenir"/>
              <a:ea typeface="Avenir"/>
              <a:cs typeface="Avenir"/>
              <a:sym typeface="Avenir"/>
            </a:endParaRPr>
          </a:p>
        </p:txBody>
      </p:sp>
      <p:sp>
        <p:nvSpPr>
          <p:cNvPr id="319" name="Google Shape;319;p40"/>
          <p:cNvSpPr txBox="1"/>
          <p:nvPr/>
        </p:nvSpPr>
        <p:spPr>
          <a:xfrm>
            <a:off x="5488287" y="3730850"/>
            <a:ext cx="1638300" cy="646200"/>
          </a:xfrm>
          <a:prstGeom prst="rect">
            <a:avLst/>
          </a:prstGeom>
          <a:solidFill>
            <a:srgbClr val="DA011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solidFill>
                  <a:schemeClr val="lt1"/>
                </a:solidFill>
                <a:latin typeface="Avenir"/>
                <a:ea typeface="Avenir"/>
                <a:cs typeface="Avenir"/>
                <a:sym typeface="Avenir"/>
              </a:rPr>
              <a:t>Regulate</a:t>
            </a:r>
            <a:endParaRPr b="1" sz="2800">
              <a:solidFill>
                <a:schemeClr val="lt1"/>
              </a:solidFill>
              <a:latin typeface="Avenir"/>
              <a:ea typeface="Avenir"/>
              <a:cs typeface="Avenir"/>
              <a:sym typeface="Aveni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3" name="Shape 323"/>
        <p:cNvGrpSpPr/>
        <p:nvPr/>
      </p:nvGrpSpPr>
      <p:grpSpPr>
        <a:xfrm>
          <a:off x="0" y="0"/>
          <a:ext cx="0" cy="0"/>
          <a:chOff x="0" y="0"/>
          <a:chExt cx="0" cy="0"/>
        </a:xfrm>
      </p:grpSpPr>
      <p:sp>
        <p:nvSpPr>
          <p:cNvPr id="324" name="Google Shape;324;p41"/>
          <p:cNvSpPr txBox="1"/>
          <p:nvPr>
            <p:ph type="title"/>
          </p:nvPr>
        </p:nvSpPr>
        <p:spPr>
          <a:xfrm>
            <a:off x="0" y="0"/>
            <a:ext cx="9144000" cy="71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The Neurosequential Approach</a:t>
            </a:r>
            <a:endParaRPr/>
          </a:p>
        </p:txBody>
      </p:sp>
      <p:sp>
        <p:nvSpPr>
          <p:cNvPr id="325" name="Google Shape;325;p41"/>
          <p:cNvSpPr txBox="1"/>
          <p:nvPr>
            <p:ph idx="1" type="subTitle"/>
          </p:nvPr>
        </p:nvSpPr>
        <p:spPr>
          <a:xfrm>
            <a:off x="202450" y="961000"/>
            <a:ext cx="4692600" cy="3167700"/>
          </a:xfrm>
          <a:prstGeom prst="rect">
            <a:avLst/>
          </a:prstGeom>
          <a:noFill/>
          <a:ln>
            <a:noFill/>
          </a:ln>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i="1" lang="en-US" sz="1900">
                <a:solidFill>
                  <a:srgbClr val="1C1C1C"/>
                </a:solidFill>
                <a:latin typeface="Avenir"/>
                <a:ea typeface="Avenir"/>
                <a:cs typeface="Avenir"/>
                <a:sym typeface="Avenir"/>
              </a:rPr>
              <a:t>There is a huge wealth of experience and backgrounds in this room. </a:t>
            </a:r>
            <a:endParaRPr i="1" sz="1900">
              <a:solidFill>
                <a:srgbClr val="1C1C1C"/>
              </a:solidFill>
              <a:latin typeface="Avenir"/>
              <a:ea typeface="Avenir"/>
              <a:cs typeface="Avenir"/>
              <a:sym typeface="Avenir"/>
            </a:endParaRPr>
          </a:p>
          <a:p>
            <a:pPr indent="0" lvl="0" marL="0" rtl="0" algn="l">
              <a:lnSpc>
                <a:spcPct val="115000"/>
              </a:lnSpc>
              <a:spcBef>
                <a:spcPts val="0"/>
              </a:spcBef>
              <a:spcAft>
                <a:spcPts val="0"/>
              </a:spcAft>
              <a:buNone/>
            </a:pPr>
            <a:r>
              <a:t/>
            </a:r>
            <a:endParaRPr i="1" sz="1900">
              <a:solidFill>
                <a:srgbClr val="1C1C1C"/>
              </a:solidFill>
              <a:latin typeface="Avenir"/>
              <a:ea typeface="Avenir"/>
              <a:cs typeface="Avenir"/>
              <a:sym typeface="Avenir"/>
            </a:endParaRPr>
          </a:p>
          <a:p>
            <a:pPr indent="0" lvl="0" marL="0" rtl="0" algn="l">
              <a:lnSpc>
                <a:spcPct val="115000"/>
              </a:lnSpc>
              <a:spcBef>
                <a:spcPts val="0"/>
              </a:spcBef>
              <a:spcAft>
                <a:spcPts val="0"/>
              </a:spcAft>
              <a:buNone/>
            </a:pPr>
            <a:r>
              <a:rPr i="1" lang="en-US" sz="1900">
                <a:solidFill>
                  <a:srgbClr val="1C1C1C"/>
                </a:solidFill>
                <a:latin typeface="Avenir"/>
                <a:ea typeface="Avenir"/>
                <a:cs typeface="Avenir"/>
                <a:sym typeface="Avenir"/>
              </a:rPr>
              <a:t>This session isn't about me having answers; it's about pooling expertise. </a:t>
            </a:r>
            <a:endParaRPr i="1" sz="1900">
              <a:solidFill>
                <a:srgbClr val="1C1C1C"/>
              </a:solidFill>
              <a:latin typeface="Avenir"/>
              <a:ea typeface="Avenir"/>
              <a:cs typeface="Avenir"/>
              <a:sym typeface="Avenir"/>
            </a:endParaRPr>
          </a:p>
          <a:p>
            <a:pPr indent="0" lvl="0" marL="0" rtl="0" algn="l">
              <a:lnSpc>
                <a:spcPct val="115000"/>
              </a:lnSpc>
              <a:spcBef>
                <a:spcPts val="0"/>
              </a:spcBef>
              <a:spcAft>
                <a:spcPts val="0"/>
              </a:spcAft>
              <a:buNone/>
            </a:pPr>
            <a:r>
              <a:t/>
            </a:r>
            <a:endParaRPr i="1" sz="1900">
              <a:solidFill>
                <a:srgbClr val="1C1C1C"/>
              </a:solidFill>
              <a:latin typeface="Avenir"/>
              <a:ea typeface="Avenir"/>
              <a:cs typeface="Avenir"/>
              <a:sym typeface="Avenir"/>
            </a:endParaRPr>
          </a:p>
          <a:p>
            <a:pPr indent="0" lvl="0" marL="0" rtl="0" algn="l">
              <a:lnSpc>
                <a:spcPct val="115000"/>
              </a:lnSpc>
              <a:spcBef>
                <a:spcPts val="0"/>
              </a:spcBef>
              <a:spcAft>
                <a:spcPts val="0"/>
              </a:spcAft>
              <a:buNone/>
            </a:pPr>
            <a:r>
              <a:rPr i="1" lang="en-US" sz="1900">
                <a:solidFill>
                  <a:srgbClr val="1C1C1C"/>
                </a:solidFill>
                <a:latin typeface="Avenir"/>
                <a:ea typeface="Avenir"/>
                <a:cs typeface="Avenir"/>
                <a:sym typeface="Avenir"/>
              </a:rPr>
              <a:t>We're going to map out the strategies we actually use, day-in, day-out, and then dig into why and how they work.</a:t>
            </a:r>
            <a:endParaRPr sz="1900">
              <a:solidFill>
                <a:srgbClr val="1C1C1C"/>
              </a:solidFill>
              <a:latin typeface="Avenir"/>
              <a:ea typeface="Avenir"/>
              <a:cs typeface="Avenir"/>
              <a:sym typeface="Avenir"/>
            </a:endParaRPr>
          </a:p>
        </p:txBody>
      </p:sp>
      <p:pic>
        <p:nvPicPr>
          <p:cNvPr id="326" name="Google Shape;326;p41"/>
          <p:cNvPicPr preferRelativeResize="0"/>
          <p:nvPr/>
        </p:nvPicPr>
        <p:blipFill rotWithShape="1">
          <a:blip r:embed="rId3">
            <a:alphaModFix/>
          </a:blip>
          <a:srcRect b="46587" l="0" r="69103" t="0"/>
          <a:stretch/>
        </p:blipFill>
        <p:spPr>
          <a:xfrm>
            <a:off x="7637725" y="3456169"/>
            <a:ext cx="1280809" cy="1340381"/>
          </a:xfrm>
          <a:prstGeom prst="rect">
            <a:avLst/>
          </a:prstGeom>
          <a:noFill/>
          <a:ln>
            <a:noFill/>
          </a:ln>
        </p:spPr>
      </p:pic>
      <p:pic>
        <p:nvPicPr>
          <p:cNvPr id="327" name="Google Shape;327;p41"/>
          <p:cNvPicPr preferRelativeResize="0"/>
          <p:nvPr/>
        </p:nvPicPr>
        <p:blipFill rotWithShape="1">
          <a:blip r:embed="rId3">
            <a:alphaModFix amt="30000"/>
          </a:blip>
          <a:srcRect b="46587" l="34136" r="34136" t="0"/>
          <a:stretch/>
        </p:blipFill>
        <p:spPr>
          <a:xfrm>
            <a:off x="7619025" y="2109026"/>
            <a:ext cx="1318042" cy="1340381"/>
          </a:xfrm>
          <a:prstGeom prst="rect">
            <a:avLst/>
          </a:prstGeom>
          <a:noFill/>
          <a:ln>
            <a:noFill/>
          </a:ln>
        </p:spPr>
      </p:pic>
      <p:pic>
        <p:nvPicPr>
          <p:cNvPr id="328" name="Google Shape;328;p41"/>
          <p:cNvPicPr preferRelativeResize="0"/>
          <p:nvPr/>
        </p:nvPicPr>
        <p:blipFill rotWithShape="1">
          <a:blip r:embed="rId3">
            <a:alphaModFix amt="30000"/>
          </a:blip>
          <a:srcRect b="46587" l="68272" r="0" t="0"/>
          <a:stretch/>
        </p:blipFill>
        <p:spPr>
          <a:xfrm>
            <a:off x="7619035" y="757350"/>
            <a:ext cx="1318042" cy="1340381"/>
          </a:xfrm>
          <a:prstGeom prst="rect">
            <a:avLst/>
          </a:prstGeom>
          <a:noFill/>
          <a:ln>
            <a:noFill/>
          </a:ln>
        </p:spPr>
      </p:pic>
      <p:sp>
        <p:nvSpPr>
          <p:cNvPr id="329" name="Google Shape;329;p41"/>
          <p:cNvSpPr/>
          <p:nvPr/>
        </p:nvSpPr>
        <p:spPr>
          <a:xfrm>
            <a:off x="5600475" y="1400450"/>
            <a:ext cx="1413900" cy="3306000"/>
          </a:xfrm>
          <a:prstGeom prst="upArrow">
            <a:avLst>
              <a:gd fmla="val 50000" name="adj1"/>
              <a:gd fmla="val 50000" name="adj2"/>
            </a:avLst>
          </a:prstGeom>
          <a:solidFill>
            <a:schemeClr val="lt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330" name="Google Shape;330;p41"/>
          <p:cNvSpPr txBox="1"/>
          <p:nvPr/>
        </p:nvSpPr>
        <p:spPr>
          <a:xfrm>
            <a:off x="5488287" y="3730850"/>
            <a:ext cx="1638300" cy="646200"/>
          </a:xfrm>
          <a:prstGeom prst="rect">
            <a:avLst/>
          </a:prstGeom>
          <a:solidFill>
            <a:srgbClr val="DA011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solidFill>
                  <a:schemeClr val="lt1"/>
                </a:solidFill>
                <a:latin typeface="Avenir"/>
                <a:ea typeface="Avenir"/>
                <a:cs typeface="Avenir"/>
                <a:sym typeface="Avenir"/>
              </a:rPr>
              <a:t>Regulate</a:t>
            </a:r>
            <a:endParaRPr b="1" sz="2800">
              <a:solidFill>
                <a:schemeClr val="lt1"/>
              </a:solidFill>
              <a:latin typeface="Avenir"/>
              <a:ea typeface="Avenir"/>
              <a:cs typeface="Avenir"/>
              <a:sym typeface="Aveni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4" name="Shape 334"/>
        <p:cNvGrpSpPr/>
        <p:nvPr/>
      </p:nvGrpSpPr>
      <p:grpSpPr>
        <a:xfrm>
          <a:off x="0" y="0"/>
          <a:ext cx="0" cy="0"/>
          <a:chOff x="0" y="0"/>
          <a:chExt cx="0" cy="0"/>
        </a:xfrm>
      </p:grpSpPr>
      <p:sp>
        <p:nvSpPr>
          <p:cNvPr id="335" name="Google Shape;335;p42"/>
          <p:cNvSpPr txBox="1"/>
          <p:nvPr/>
        </p:nvSpPr>
        <p:spPr>
          <a:xfrm>
            <a:off x="4610425" y="45350"/>
            <a:ext cx="4474500" cy="883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n-US" sz="3100">
                <a:solidFill>
                  <a:srgbClr val="FFFFFF"/>
                </a:solidFill>
                <a:latin typeface="Avenir"/>
                <a:ea typeface="Avenir"/>
                <a:cs typeface="Avenir"/>
                <a:sym typeface="Avenir"/>
              </a:rPr>
              <a:t>ISAP Student Learning</a:t>
            </a:r>
            <a:endParaRPr b="1" sz="3100">
              <a:solidFill>
                <a:srgbClr val="FFFFFF"/>
              </a:solidFill>
              <a:latin typeface="Avenir"/>
              <a:ea typeface="Avenir"/>
              <a:cs typeface="Avenir"/>
              <a:sym typeface="Avenir"/>
            </a:endParaRPr>
          </a:p>
        </p:txBody>
      </p:sp>
      <p:sp>
        <p:nvSpPr>
          <p:cNvPr id="336" name="Google Shape;336;p42"/>
          <p:cNvSpPr txBox="1"/>
          <p:nvPr/>
        </p:nvSpPr>
        <p:spPr>
          <a:xfrm>
            <a:off x="159800" y="1897600"/>
            <a:ext cx="8820000" cy="204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800">
                <a:solidFill>
                  <a:srgbClr val="00A1CC"/>
                </a:solidFill>
                <a:latin typeface="Avenir"/>
                <a:ea typeface="Avenir"/>
                <a:cs typeface="Avenir"/>
                <a:sym typeface="Avenir"/>
              </a:rPr>
              <a:t>Activity: The 3-Phase Map (15 mins)</a:t>
            </a:r>
            <a:endParaRPr sz="1800">
              <a:solidFill>
                <a:srgbClr val="00A1CC"/>
              </a:solidFill>
              <a:latin typeface="Avenir"/>
              <a:ea typeface="Avenir"/>
              <a:cs typeface="Avenir"/>
              <a:sym typeface="Avenir"/>
            </a:endParaRPr>
          </a:p>
          <a:p>
            <a:pPr indent="0" lvl="0" marL="0" rtl="0" algn="l">
              <a:lnSpc>
                <a:spcPct val="115000"/>
              </a:lnSpc>
              <a:spcBef>
                <a:spcPts val="1200"/>
              </a:spcBef>
              <a:spcAft>
                <a:spcPts val="0"/>
              </a:spcAft>
              <a:buNone/>
            </a:pPr>
            <a:r>
              <a:rPr lang="en-US" sz="1800">
                <a:solidFill>
                  <a:schemeClr val="dk1"/>
                </a:solidFill>
                <a:latin typeface="Avenir"/>
                <a:ea typeface="Avenir"/>
                <a:cs typeface="Avenir"/>
                <a:sym typeface="Avenir"/>
              </a:rPr>
              <a:t>Divide your page into three columns:</a:t>
            </a:r>
            <a:endParaRPr sz="1800">
              <a:solidFill>
                <a:schemeClr val="dk1"/>
              </a:solidFill>
              <a:latin typeface="Avenir"/>
              <a:ea typeface="Avenir"/>
              <a:cs typeface="Avenir"/>
              <a:sym typeface="Avenir"/>
            </a:endParaRPr>
          </a:p>
          <a:p>
            <a:pPr indent="-342900" lvl="0" marL="457200" rtl="0" algn="l">
              <a:lnSpc>
                <a:spcPct val="115000"/>
              </a:lnSpc>
              <a:spcBef>
                <a:spcPts val="1200"/>
              </a:spcBef>
              <a:spcAft>
                <a:spcPts val="0"/>
              </a:spcAft>
              <a:buClr>
                <a:schemeClr val="dk1"/>
              </a:buClr>
              <a:buSzPts val="1800"/>
              <a:buFont typeface="Avenir"/>
              <a:buAutoNum type="arabicPeriod"/>
            </a:pPr>
            <a:r>
              <a:rPr lang="en-US" sz="1800">
                <a:solidFill>
                  <a:schemeClr val="dk1"/>
                </a:solidFill>
                <a:latin typeface="Avenir"/>
                <a:ea typeface="Avenir"/>
                <a:cs typeface="Avenir"/>
                <a:sym typeface="Avenir"/>
              </a:rPr>
              <a:t>Proactive/Preventative: (What we do to set up success </a:t>
            </a:r>
            <a:r>
              <a:rPr i="1" lang="en-US" sz="1800">
                <a:solidFill>
                  <a:schemeClr val="dk1"/>
                </a:solidFill>
                <a:latin typeface="Avenir"/>
                <a:ea typeface="Avenir"/>
                <a:cs typeface="Avenir"/>
                <a:sym typeface="Avenir"/>
              </a:rPr>
              <a:t>before </a:t>
            </a:r>
            <a:r>
              <a:rPr lang="en-US" sz="1800">
                <a:solidFill>
                  <a:schemeClr val="dk1"/>
                </a:solidFill>
                <a:latin typeface="Avenir"/>
                <a:ea typeface="Avenir"/>
                <a:cs typeface="Avenir"/>
                <a:sym typeface="Avenir"/>
              </a:rPr>
              <a:t>escalation)</a:t>
            </a:r>
            <a:endParaRPr sz="1800">
              <a:solidFill>
                <a:schemeClr val="dk1"/>
              </a:solidFill>
              <a:latin typeface="Avenir"/>
              <a:ea typeface="Avenir"/>
              <a:cs typeface="Avenir"/>
              <a:sym typeface="Avenir"/>
            </a:endParaRPr>
          </a:p>
          <a:p>
            <a:pPr indent="-342900" lvl="0" marL="457200" rtl="0" algn="l">
              <a:lnSpc>
                <a:spcPct val="115000"/>
              </a:lnSpc>
              <a:spcBef>
                <a:spcPts val="0"/>
              </a:spcBef>
              <a:spcAft>
                <a:spcPts val="0"/>
              </a:spcAft>
              <a:buClr>
                <a:schemeClr val="dk1"/>
              </a:buClr>
              <a:buSzPts val="1800"/>
              <a:buFont typeface="Avenir"/>
              <a:buAutoNum type="arabicPeriod"/>
            </a:pPr>
            <a:r>
              <a:rPr lang="en-US" sz="1800">
                <a:solidFill>
                  <a:schemeClr val="dk1"/>
                </a:solidFill>
                <a:latin typeface="Avenir"/>
                <a:ea typeface="Avenir"/>
                <a:cs typeface="Avenir"/>
                <a:sym typeface="Avenir"/>
              </a:rPr>
              <a:t>In-the-Moment/Co-regulation: (What we do </a:t>
            </a:r>
            <a:r>
              <a:rPr i="1" lang="en-US" sz="1800">
                <a:solidFill>
                  <a:schemeClr val="dk1"/>
                </a:solidFill>
                <a:latin typeface="Avenir"/>
                <a:ea typeface="Avenir"/>
                <a:cs typeface="Avenir"/>
                <a:sym typeface="Avenir"/>
              </a:rPr>
              <a:t>during </a:t>
            </a:r>
            <a:r>
              <a:rPr lang="en-US" sz="1800">
                <a:solidFill>
                  <a:schemeClr val="dk1"/>
                </a:solidFill>
                <a:latin typeface="Avenir"/>
                <a:ea typeface="Avenir"/>
                <a:cs typeface="Avenir"/>
                <a:sym typeface="Avenir"/>
              </a:rPr>
              <a:t>escalation)</a:t>
            </a:r>
            <a:endParaRPr sz="1800">
              <a:solidFill>
                <a:schemeClr val="dk1"/>
              </a:solidFill>
              <a:latin typeface="Avenir"/>
              <a:ea typeface="Avenir"/>
              <a:cs typeface="Avenir"/>
              <a:sym typeface="Avenir"/>
            </a:endParaRPr>
          </a:p>
          <a:p>
            <a:pPr indent="-342900" lvl="0" marL="457200" rtl="0" algn="l">
              <a:lnSpc>
                <a:spcPct val="115000"/>
              </a:lnSpc>
              <a:spcBef>
                <a:spcPts val="0"/>
              </a:spcBef>
              <a:spcAft>
                <a:spcPts val="0"/>
              </a:spcAft>
              <a:buClr>
                <a:schemeClr val="dk1"/>
              </a:buClr>
              <a:buSzPts val="1800"/>
              <a:buFont typeface="Avenir"/>
              <a:buAutoNum type="arabicPeriod"/>
            </a:pPr>
            <a:r>
              <a:rPr lang="en-US" sz="1800">
                <a:solidFill>
                  <a:schemeClr val="dk1"/>
                </a:solidFill>
                <a:latin typeface="Avenir"/>
                <a:ea typeface="Avenir"/>
                <a:cs typeface="Avenir"/>
                <a:sym typeface="Avenir"/>
              </a:rPr>
              <a:t>Post-Incident/Restorative: (What we do </a:t>
            </a:r>
            <a:r>
              <a:rPr i="1" lang="en-US" sz="1800">
                <a:solidFill>
                  <a:schemeClr val="dk1"/>
                </a:solidFill>
                <a:latin typeface="Avenir"/>
                <a:ea typeface="Avenir"/>
                <a:cs typeface="Avenir"/>
                <a:sym typeface="Avenir"/>
              </a:rPr>
              <a:t>after </a:t>
            </a:r>
            <a:r>
              <a:rPr lang="en-US" sz="1800">
                <a:solidFill>
                  <a:schemeClr val="dk1"/>
                </a:solidFill>
                <a:latin typeface="Avenir"/>
                <a:ea typeface="Avenir"/>
                <a:cs typeface="Avenir"/>
                <a:sym typeface="Avenir"/>
              </a:rPr>
              <a:t>the situation)</a:t>
            </a:r>
            <a:endParaRPr sz="1800">
              <a:solidFill>
                <a:schemeClr val="dk1"/>
              </a:solidFill>
              <a:latin typeface="Avenir"/>
              <a:ea typeface="Avenir"/>
              <a:cs typeface="Avenir"/>
              <a:sym typeface="Aveni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0" name="Shape 340"/>
        <p:cNvGrpSpPr/>
        <p:nvPr/>
      </p:nvGrpSpPr>
      <p:grpSpPr>
        <a:xfrm>
          <a:off x="0" y="0"/>
          <a:ext cx="0" cy="0"/>
          <a:chOff x="0" y="0"/>
          <a:chExt cx="0" cy="0"/>
        </a:xfrm>
      </p:grpSpPr>
      <p:sp>
        <p:nvSpPr>
          <p:cNvPr id="341" name="Google Shape;341;p43"/>
          <p:cNvSpPr txBox="1"/>
          <p:nvPr/>
        </p:nvSpPr>
        <p:spPr>
          <a:xfrm>
            <a:off x="4610425" y="45350"/>
            <a:ext cx="4474500" cy="883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n-US" sz="3100">
                <a:solidFill>
                  <a:srgbClr val="FFFFFF"/>
                </a:solidFill>
                <a:latin typeface="Avenir"/>
                <a:ea typeface="Avenir"/>
                <a:cs typeface="Avenir"/>
                <a:sym typeface="Avenir"/>
              </a:rPr>
              <a:t>ISAP Student Learning</a:t>
            </a:r>
            <a:endParaRPr b="1" sz="3100">
              <a:solidFill>
                <a:srgbClr val="FFFFFF"/>
              </a:solidFill>
              <a:latin typeface="Avenir"/>
              <a:ea typeface="Avenir"/>
              <a:cs typeface="Avenir"/>
              <a:sym typeface="Avenir"/>
            </a:endParaRPr>
          </a:p>
        </p:txBody>
      </p:sp>
      <p:sp>
        <p:nvSpPr>
          <p:cNvPr id="342" name="Google Shape;342;p43"/>
          <p:cNvSpPr txBox="1"/>
          <p:nvPr/>
        </p:nvSpPr>
        <p:spPr>
          <a:xfrm>
            <a:off x="159800" y="1897600"/>
            <a:ext cx="8820000" cy="204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800">
                <a:solidFill>
                  <a:srgbClr val="00A1CC"/>
                </a:solidFill>
                <a:latin typeface="Avenir"/>
                <a:ea typeface="Avenir"/>
                <a:cs typeface="Avenir"/>
                <a:sym typeface="Avenir"/>
              </a:rPr>
              <a:t>Activity: Critical Evaluation (</a:t>
            </a:r>
            <a:r>
              <a:rPr i="1" lang="en-US" sz="1800">
                <a:solidFill>
                  <a:srgbClr val="00A1CC"/>
                </a:solidFill>
                <a:latin typeface="Avenir"/>
                <a:ea typeface="Avenir"/>
                <a:cs typeface="Avenir"/>
                <a:sym typeface="Avenir"/>
              </a:rPr>
              <a:t>How</a:t>
            </a:r>
            <a:r>
              <a:rPr lang="en-US" sz="1800">
                <a:solidFill>
                  <a:srgbClr val="00A1CC"/>
                </a:solidFill>
                <a:latin typeface="Avenir"/>
                <a:ea typeface="Avenir"/>
                <a:cs typeface="Avenir"/>
                <a:sym typeface="Avenir"/>
              </a:rPr>
              <a:t> we know)</a:t>
            </a:r>
            <a:endParaRPr sz="1800">
              <a:solidFill>
                <a:srgbClr val="00A1CC"/>
              </a:solidFill>
              <a:latin typeface="Avenir"/>
              <a:ea typeface="Avenir"/>
              <a:cs typeface="Avenir"/>
              <a:sym typeface="Avenir"/>
            </a:endParaRPr>
          </a:p>
          <a:p>
            <a:pPr indent="0" lvl="0" marL="0" rtl="0" algn="l">
              <a:lnSpc>
                <a:spcPct val="115000"/>
              </a:lnSpc>
              <a:spcBef>
                <a:spcPts val="1200"/>
              </a:spcBef>
              <a:spcAft>
                <a:spcPts val="0"/>
              </a:spcAft>
              <a:buNone/>
            </a:pPr>
            <a:r>
              <a:rPr lang="en-US" sz="1800">
                <a:solidFill>
                  <a:schemeClr val="dk1"/>
                </a:solidFill>
                <a:latin typeface="Avenir"/>
                <a:ea typeface="Avenir"/>
                <a:cs typeface="Avenir"/>
                <a:sym typeface="Avenir"/>
              </a:rPr>
              <a:t>Move around and look at the posters for ideas beyond your own to expand your options, then choose:</a:t>
            </a:r>
            <a:endParaRPr sz="1800">
              <a:solidFill>
                <a:schemeClr val="dk1"/>
              </a:solidFill>
              <a:latin typeface="Avenir"/>
              <a:ea typeface="Avenir"/>
              <a:cs typeface="Avenir"/>
              <a:sym typeface="Avenir"/>
            </a:endParaRPr>
          </a:p>
          <a:p>
            <a:pPr indent="-342900" lvl="0" marL="457200" rtl="0" algn="l">
              <a:lnSpc>
                <a:spcPct val="115000"/>
              </a:lnSpc>
              <a:spcBef>
                <a:spcPts val="1200"/>
              </a:spcBef>
              <a:spcAft>
                <a:spcPts val="0"/>
              </a:spcAft>
              <a:buClr>
                <a:schemeClr val="dk1"/>
              </a:buClr>
              <a:buSzPts val="1800"/>
              <a:buFont typeface="Avenir"/>
              <a:buChar char="●"/>
            </a:pPr>
            <a:r>
              <a:rPr lang="en-US" sz="1800">
                <a:solidFill>
                  <a:schemeClr val="dk1"/>
                </a:solidFill>
                <a:latin typeface="Avenir"/>
                <a:ea typeface="Avenir"/>
                <a:cs typeface="Avenir"/>
                <a:sym typeface="Avenir"/>
              </a:rPr>
              <a:t>One highly effective strategy </a:t>
            </a:r>
            <a:endParaRPr sz="1800">
              <a:solidFill>
                <a:schemeClr val="dk1"/>
              </a:solidFill>
              <a:latin typeface="Avenir"/>
              <a:ea typeface="Avenir"/>
              <a:cs typeface="Avenir"/>
              <a:sym typeface="Avenir"/>
            </a:endParaRPr>
          </a:p>
          <a:p>
            <a:pPr indent="-342900" lvl="0" marL="457200" rtl="0" algn="l">
              <a:lnSpc>
                <a:spcPct val="115000"/>
              </a:lnSpc>
              <a:spcBef>
                <a:spcPts val="0"/>
              </a:spcBef>
              <a:spcAft>
                <a:spcPts val="0"/>
              </a:spcAft>
              <a:buClr>
                <a:schemeClr val="dk1"/>
              </a:buClr>
              <a:buSzPts val="1800"/>
              <a:buFont typeface="Avenir"/>
              <a:buChar char="●"/>
            </a:pPr>
            <a:r>
              <a:rPr lang="en-US" sz="1800">
                <a:solidFill>
                  <a:schemeClr val="dk1"/>
                </a:solidFill>
                <a:latin typeface="Avenir"/>
                <a:ea typeface="Avenir"/>
                <a:cs typeface="Avenir"/>
                <a:sym typeface="Avenir"/>
              </a:rPr>
              <a:t>One strategy that is difficult or usually fails</a:t>
            </a:r>
            <a:endParaRPr sz="1800">
              <a:solidFill>
                <a:schemeClr val="dk1"/>
              </a:solidFill>
              <a:latin typeface="Avenir"/>
              <a:ea typeface="Avenir"/>
              <a:cs typeface="Avenir"/>
              <a:sym typeface="Aveni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6" name="Shape 346"/>
        <p:cNvGrpSpPr/>
        <p:nvPr/>
      </p:nvGrpSpPr>
      <p:grpSpPr>
        <a:xfrm>
          <a:off x="0" y="0"/>
          <a:ext cx="0" cy="0"/>
          <a:chOff x="0" y="0"/>
          <a:chExt cx="0" cy="0"/>
        </a:xfrm>
      </p:grpSpPr>
      <p:sp>
        <p:nvSpPr>
          <p:cNvPr id="347" name="Google Shape;347;p44"/>
          <p:cNvSpPr txBox="1"/>
          <p:nvPr/>
        </p:nvSpPr>
        <p:spPr>
          <a:xfrm>
            <a:off x="4610425" y="45350"/>
            <a:ext cx="4474500" cy="883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n-US" sz="3100">
                <a:solidFill>
                  <a:srgbClr val="FFFFFF"/>
                </a:solidFill>
                <a:latin typeface="Avenir"/>
                <a:ea typeface="Avenir"/>
                <a:cs typeface="Avenir"/>
                <a:sym typeface="Avenir"/>
              </a:rPr>
              <a:t>ISAP Student Learning</a:t>
            </a:r>
            <a:endParaRPr b="1" sz="3100">
              <a:solidFill>
                <a:srgbClr val="FFFFFF"/>
              </a:solidFill>
              <a:latin typeface="Avenir"/>
              <a:ea typeface="Avenir"/>
              <a:cs typeface="Avenir"/>
              <a:sym typeface="Avenir"/>
            </a:endParaRPr>
          </a:p>
        </p:txBody>
      </p:sp>
      <p:sp>
        <p:nvSpPr>
          <p:cNvPr id="348" name="Google Shape;348;p44"/>
          <p:cNvSpPr txBox="1"/>
          <p:nvPr/>
        </p:nvSpPr>
        <p:spPr>
          <a:xfrm>
            <a:off x="159800" y="1897600"/>
            <a:ext cx="8820000" cy="220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800">
                <a:solidFill>
                  <a:schemeClr val="dk1"/>
                </a:solidFill>
                <a:latin typeface="Avenir"/>
                <a:ea typeface="Avenir"/>
                <a:cs typeface="Avenir"/>
                <a:sym typeface="Avenir"/>
              </a:rPr>
              <a:t>For the "highly effective" strategy:</a:t>
            </a:r>
            <a:endParaRPr sz="1800">
              <a:solidFill>
                <a:schemeClr val="dk1"/>
              </a:solidFill>
              <a:latin typeface="Avenir"/>
              <a:ea typeface="Avenir"/>
              <a:cs typeface="Avenir"/>
              <a:sym typeface="Avenir"/>
            </a:endParaRPr>
          </a:p>
          <a:p>
            <a:pPr indent="-342900" lvl="0" marL="457200" rtl="0" algn="l">
              <a:lnSpc>
                <a:spcPct val="115000"/>
              </a:lnSpc>
              <a:spcBef>
                <a:spcPts val="1200"/>
              </a:spcBef>
              <a:spcAft>
                <a:spcPts val="0"/>
              </a:spcAft>
              <a:buClr>
                <a:schemeClr val="dk1"/>
              </a:buClr>
              <a:buSzPts val="1800"/>
              <a:buFont typeface="Avenir"/>
              <a:buChar char="●"/>
            </a:pPr>
            <a:r>
              <a:rPr lang="en-US" sz="1800">
                <a:solidFill>
                  <a:schemeClr val="dk1"/>
                </a:solidFill>
                <a:latin typeface="Avenir"/>
                <a:ea typeface="Avenir"/>
                <a:cs typeface="Avenir"/>
                <a:sym typeface="Avenir"/>
              </a:rPr>
              <a:t>What is the immediate intended outcome?</a:t>
            </a:r>
            <a:r>
              <a:rPr lang="en-US" sz="1800">
                <a:solidFill>
                  <a:schemeClr val="dk1"/>
                </a:solidFill>
                <a:latin typeface="Avenir"/>
                <a:ea typeface="Avenir"/>
                <a:cs typeface="Avenir"/>
                <a:sym typeface="Avenir"/>
              </a:rPr>
              <a:t> (e.g., create pause, reduce tension)</a:t>
            </a:r>
            <a:endParaRPr sz="1800">
              <a:solidFill>
                <a:schemeClr val="dk1"/>
              </a:solidFill>
              <a:latin typeface="Avenir"/>
              <a:ea typeface="Avenir"/>
              <a:cs typeface="Avenir"/>
              <a:sym typeface="Avenir"/>
            </a:endParaRPr>
          </a:p>
          <a:p>
            <a:pPr indent="-342900" lvl="0" marL="457200" rtl="0" algn="l">
              <a:lnSpc>
                <a:spcPct val="115000"/>
              </a:lnSpc>
              <a:spcBef>
                <a:spcPts val="0"/>
              </a:spcBef>
              <a:spcAft>
                <a:spcPts val="0"/>
              </a:spcAft>
              <a:buClr>
                <a:schemeClr val="dk1"/>
              </a:buClr>
              <a:buSzPts val="1800"/>
              <a:buFont typeface="Avenir"/>
              <a:buChar char="●"/>
            </a:pPr>
            <a:r>
              <a:rPr lang="en-US" sz="1800">
                <a:solidFill>
                  <a:schemeClr val="dk1"/>
                </a:solidFill>
                <a:latin typeface="Avenir"/>
                <a:ea typeface="Avenir"/>
                <a:cs typeface="Avenir"/>
                <a:sym typeface="Avenir"/>
              </a:rPr>
              <a:t>What is the long-term intended outcome? (e.g., build trust, teach a skill, model)</a:t>
            </a:r>
            <a:endParaRPr sz="1800">
              <a:solidFill>
                <a:schemeClr val="dk1"/>
              </a:solidFill>
              <a:latin typeface="Avenir"/>
              <a:ea typeface="Avenir"/>
              <a:cs typeface="Avenir"/>
              <a:sym typeface="Avenir"/>
            </a:endParaRPr>
          </a:p>
          <a:p>
            <a:pPr indent="-342900" lvl="0" marL="457200" rtl="0" algn="l">
              <a:lnSpc>
                <a:spcPct val="115000"/>
              </a:lnSpc>
              <a:spcBef>
                <a:spcPts val="0"/>
              </a:spcBef>
              <a:spcAft>
                <a:spcPts val="0"/>
              </a:spcAft>
              <a:buClr>
                <a:schemeClr val="dk1"/>
              </a:buClr>
              <a:buSzPts val="1800"/>
              <a:buFont typeface="Avenir"/>
              <a:buChar char="●"/>
            </a:pPr>
            <a:r>
              <a:rPr lang="en-US" sz="1800">
                <a:solidFill>
                  <a:schemeClr val="dk1"/>
                </a:solidFill>
                <a:latin typeface="Avenir"/>
                <a:ea typeface="Avenir"/>
                <a:cs typeface="Avenir"/>
                <a:sym typeface="Avenir"/>
              </a:rPr>
              <a:t>How do you know it's working? What are the "green flags" or "look-fors"?</a:t>
            </a:r>
            <a:endParaRPr sz="1800">
              <a:solidFill>
                <a:schemeClr val="dk1"/>
              </a:solidFill>
              <a:latin typeface="Avenir"/>
              <a:ea typeface="Avenir"/>
              <a:cs typeface="Avenir"/>
              <a:sym typeface="Avenir"/>
            </a:endParaRPr>
          </a:p>
          <a:p>
            <a:pPr indent="-342900" lvl="0" marL="457200" rtl="0" algn="l">
              <a:lnSpc>
                <a:spcPct val="115000"/>
              </a:lnSpc>
              <a:spcBef>
                <a:spcPts val="0"/>
              </a:spcBef>
              <a:spcAft>
                <a:spcPts val="0"/>
              </a:spcAft>
              <a:buClr>
                <a:schemeClr val="dk1"/>
              </a:buClr>
              <a:buSzPts val="1800"/>
              <a:buFont typeface="Avenir"/>
              <a:buChar char="●"/>
            </a:pPr>
            <a:r>
              <a:rPr lang="en-US" sz="1800">
                <a:solidFill>
                  <a:schemeClr val="dk1"/>
                </a:solidFill>
                <a:latin typeface="Avenir"/>
                <a:ea typeface="Avenir"/>
                <a:cs typeface="Avenir"/>
                <a:sym typeface="Avenir"/>
              </a:rPr>
              <a:t>How does this strategy center co-regulation? (i.e., How does it show the student you are "with" them, not doing something "to" them or “for” them?)</a:t>
            </a:r>
            <a:endParaRPr sz="1800">
              <a:solidFill>
                <a:schemeClr val="dk1"/>
              </a:solidFill>
              <a:latin typeface="Avenir"/>
              <a:ea typeface="Avenir"/>
              <a:cs typeface="Avenir"/>
              <a:sym typeface="Aveni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2" name="Shape 352"/>
        <p:cNvGrpSpPr/>
        <p:nvPr/>
      </p:nvGrpSpPr>
      <p:grpSpPr>
        <a:xfrm>
          <a:off x="0" y="0"/>
          <a:ext cx="0" cy="0"/>
          <a:chOff x="0" y="0"/>
          <a:chExt cx="0" cy="0"/>
        </a:xfrm>
      </p:grpSpPr>
      <p:sp>
        <p:nvSpPr>
          <p:cNvPr id="353" name="Google Shape;353;p45"/>
          <p:cNvSpPr txBox="1"/>
          <p:nvPr/>
        </p:nvSpPr>
        <p:spPr>
          <a:xfrm>
            <a:off x="4610425" y="45350"/>
            <a:ext cx="4474500" cy="883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n-US" sz="3100">
                <a:solidFill>
                  <a:srgbClr val="FFFFFF"/>
                </a:solidFill>
                <a:latin typeface="Avenir"/>
                <a:ea typeface="Avenir"/>
                <a:cs typeface="Avenir"/>
                <a:sym typeface="Avenir"/>
              </a:rPr>
              <a:t>ISAP Student Learning</a:t>
            </a:r>
            <a:endParaRPr b="1" sz="3100">
              <a:solidFill>
                <a:srgbClr val="FFFFFF"/>
              </a:solidFill>
              <a:latin typeface="Avenir"/>
              <a:ea typeface="Avenir"/>
              <a:cs typeface="Avenir"/>
              <a:sym typeface="Avenir"/>
            </a:endParaRPr>
          </a:p>
        </p:txBody>
      </p:sp>
      <p:sp>
        <p:nvSpPr>
          <p:cNvPr id="354" name="Google Shape;354;p45"/>
          <p:cNvSpPr txBox="1"/>
          <p:nvPr/>
        </p:nvSpPr>
        <p:spPr>
          <a:xfrm>
            <a:off x="159800" y="1897600"/>
            <a:ext cx="8820000" cy="157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800">
                <a:solidFill>
                  <a:schemeClr val="dk1"/>
                </a:solidFill>
                <a:latin typeface="Avenir"/>
                <a:ea typeface="Avenir"/>
                <a:cs typeface="Avenir"/>
                <a:sym typeface="Avenir"/>
              </a:rPr>
              <a:t>For the "difficult / fails" strategy:</a:t>
            </a:r>
            <a:endParaRPr sz="1800">
              <a:solidFill>
                <a:schemeClr val="dk1"/>
              </a:solidFill>
              <a:latin typeface="Avenir"/>
              <a:ea typeface="Avenir"/>
              <a:cs typeface="Avenir"/>
              <a:sym typeface="Avenir"/>
            </a:endParaRPr>
          </a:p>
          <a:p>
            <a:pPr indent="-342900" lvl="0" marL="457200" rtl="0" algn="l">
              <a:lnSpc>
                <a:spcPct val="115000"/>
              </a:lnSpc>
              <a:spcBef>
                <a:spcPts val="1200"/>
              </a:spcBef>
              <a:spcAft>
                <a:spcPts val="0"/>
              </a:spcAft>
              <a:buClr>
                <a:schemeClr val="dk1"/>
              </a:buClr>
              <a:buSzPts val="1800"/>
              <a:buFont typeface="Avenir"/>
              <a:buChar char="●"/>
            </a:pPr>
            <a:r>
              <a:rPr lang="en-US" sz="1800">
                <a:solidFill>
                  <a:schemeClr val="dk1"/>
                </a:solidFill>
                <a:latin typeface="Avenir"/>
                <a:ea typeface="Avenir"/>
                <a:cs typeface="Avenir"/>
                <a:sym typeface="Avenir"/>
              </a:rPr>
              <a:t>Why does it fail? (Is it the wrong strategy, wrong time, wrong student? Is it for "compliance" instead of "regulation"?)</a:t>
            </a:r>
            <a:endParaRPr sz="1800">
              <a:solidFill>
                <a:schemeClr val="dk1"/>
              </a:solidFill>
              <a:latin typeface="Avenir"/>
              <a:ea typeface="Avenir"/>
              <a:cs typeface="Avenir"/>
              <a:sym typeface="Avenir"/>
            </a:endParaRPr>
          </a:p>
          <a:p>
            <a:pPr indent="-342900" lvl="0" marL="457200" rtl="0" algn="l">
              <a:lnSpc>
                <a:spcPct val="115000"/>
              </a:lnSpc>
              <a:spcBef>
                <a:spcPts val="0"/>
              </a:spcBef>
              <a:spcAft>
                <a:spcPts val="0"/>
              </a:spcAft>
              <a:buClr>
                <a:schemeClr val="dk1"/>
              </a:buClr>
              <a:buSzPts val="1800"/>
              <a:buFont typeface="Avenir"/>
              <a:buChar char="●"/>
            </a:pPr>
            <a:r>
              <a:rPr lang="en-US" sz="1800">
                <a:solidFill>
                  <a:schemeClr val="dk1"/>
                </a:solidFill>
                <a:latin typeface="Avenir"/>
                <a:ea typeface="Avenir"/>
                <a:cs typeface="Avenir"/>
                <a:sym typeface="Avenir"/>
              </a:rPr>
              <a:t>When might it work? What would need to be true?</a:t>
            </a:r>
            <a:endParaRPr sz="1800">
              <a:solidFill>
                <a:schemeClr val="dk1"/>
              </a:solidFill>
              <a:latin typeface="Avenir"/>
              <a:ea typeface="Avenir"/>
              <a:cs typeface="Avenir"/>
              <a:sym typeface="Aveni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8" name="Shape 358"/>
        <p:cNvGrpSpPr/>
        <p:nvPr/>
      </p:nvGrpSpPr>
      <p:grpSpPr>
        <a:xfrm>
          <a:off x="0" y="0"/>
          <a:ext cx="0" cy="0"/>
          <a:chOff x="0" y="0"/>
          <a:chExt cx="0" cy="0"/>
        </a:xfrm>
      </p:grpSpPr>
      <p:sp>
        <p:nvSpPr>
          <p:cNvPr id="359" name="Google Shape;359;p46"/>
          <p:cNvSpPr txBox="1"/>
          <p:nvPr>
            <p:ph idx="1" type="subTitle"/>
          </p:nvPr>
        </p:nvSpPr>
        <p:spPr>
          <a:xfrm>
            <a:off x="1636402" y="1093050"/>
            <a:ext cx="3224700" cy="3703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2000">
                <a:solidFill>
                  <a:srgbClr val="A61C00"/>
                </a:solidFill>
                <a:latin typeface="Avenir"/>
                <a:ea typeface="Avenir"/>
                <a:cs typeface="Avenir"/>
                <a:sym typeface="Avenir"/>
              </a:rPr>
              <a:t>Predictable routines</a:t>
            </a:r>
            <a:endParaRPr sz="2000">
              <a:solidFill>
                <a:srgbClr val="A61C00"/>
              </a:solidFill>
              <a:latin typeface="Avenir"/>
              <a:ea typeface="Avenir"/>
              <a:cs typeface="Avenir"/>
              <a:sym typeface="Avenir"/>
            </a:endParaRPr>
          </a:p>
          <a:p>
            <a:pPr indent="0" lvl="0" marL="0" rtl="0" algn="l">
              <a:lnSpc>
                <a:spcPct val="115000"/>
              </a:lnSpc>
              <a:spcBef>
                <a:spcPts val="0"/>
              </a:spcBef>
              <a:spcAft>
                <a:spcPts val="0"/>
              </a:spcAft>
              <a:buClr>
                <a:schemeClr val="dk1"/>
              </a:buClr>
              <a:buSzPts val="1100"/>
              <a:buFont typeface="Arial"/>
              <a:buNone/>
            </a:pPr>
            <a:r>
              <a:rPr lang="en-US" sz="2000">
                <a:solidFill>
                  <a:srgbClr val="A61C00"/>
                </a:solidFill>
                <a:latin typeface="Avenir"/>
                <a:ea typeface="Avenir"/>
                <a:cs typeface="Avenir"/>
                <a:sym typeface="Avenir"/>
              </a:rPr>
              <a:t>Validate feelings</a:t>
            </a:r>
            <a:endParaRPr sz="2000">
              <a:solidFill>
                <a:srgbClr val="A61C00"/>
              </a:solidFill>
              <a:latin typeface="Avenir"/>
              <a:ea typeface="Avenir"/>
              <a:cs typeface="Avenir"/>
              <a:sym typeface="Avenir"/>
            </a:endParaRPr>
          </a:p>
          <a:p>
            <a:pPr indent="0" lvl="0" marL="0" rtl="0" algn="l">
              <a:lnSpc>
                <a:spcPct val="115000"/>
              </a:lnSpc>
              <a:spcBef>
                <a:spcPts val="0"/>
              </a:spcBef>
              <a:spcAft>
                <a:spcPts val="0"/>
              </a:spcAft>
              <a:buClr>
                <a:schemeClr val="dk1"/>
              </a:buClr>
              <a:buSzPts val="1100"/>
              <a:buFont typeface="Arial"/>
              <a:buNone/>
            </a:pPr>
            <a:r>
              <a:rPr lang="en-US" sz="2000">
                <a:solidFill>
                  <a:srgbClr val="A61C00"/>
                </a:solidFill>
                <a:latin typeface="Avenir"/>
                <a:ea typeface="Avenir"/>
                <a:cs typeface="Avenir"/>
                <a:sym typeface="Avenir"/>
              </a:rPr>
              <a:t>Quiet / calm voice</a:t>
            </a:r>
            <a:endParaRPr sz="20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US" sz="2000">
                <a:solidFill>
                  <a:srgbClr val="A61C00"/>
                </a:solidFill>
                <a:latin typeface="Avenir"/>
                <a:ea typeface="Avenir"/>
                <a:cs typeface="Avenir"/>
                <a:sym typeface="Avenir"/>
              </a:rPr>
              <a:t>Let’s walk</a:t>
            </a:r>
            <a:endParaRPr sz="20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US" sz="2000">
                <a:solidFill>
                  <a:srgbClr val="A61C00"/>
                </a:solidFill>
                <a:latin typeface="Avenir"/>
                <a:ea typeface="Avenir"/>
                <a:cs typeface="Avenir"/>
                <a:sym typeface="Avenir"/>
              </a:rPr>
              <a:t>Exit routes / time out</a:t>
            </a:r>
            <a:endParaRPr sz="2000">
              <a:solidFill>
                <a:srgbClr val="A61C00"/>
              </a:solidFill>
              <a:latin typeface="Avenir"/>
              <a:ea typeface="Avenir"/>
              <a:cs typeface="Avenir"/>
              <a:sym typeface="Avenir"/>
            </a:endParaRPr>
          </a:p>
          <a:p>
            <a:pPr indent="0" lvl="0" marL="0" rtl="0" algn="l">
              <a:lnSpc>
                <a:spcPct val="115000"/>
              </a:lnSpc>
              <a:spcBef>
                <a:spcPts val="0"/>
              </a:spcBef>
              <a:spcAft>
                <a:spcPts val="0"/>
              </a:spcAft>
              <a:buClr>
                <a:schemeClr val="dk1"/>
              </a:buClr>
              <a:buSzPts val="1100"/>
              <a:buFont typeface="Arial"/>
              <a:buNone/>
            </a:pPr>
            <a:r>
              <a:rPr lang="en-US" sz="2000">
                <a:solidFill>
                  <a:srgbClr val="A61C00"/>
                </a:solidFill>
                <a:latin typeface="Avenir"/>
                <a:ea typeface="Avenir"/>
                <a:cs typeface="Avenir"/>
                <a:sym typeface="Avenir"/>
              </a:rPr>
              <a:t>S</a:t>
            </a:r>
            <a:r>
              <a:rPr lang="en-US" sz="2000">
                <a:solidFill>
                  <a:srgbClr val="A61C00"/>
                </a:solidFill>
                <a:latin typeface="Avenir"/>
                <a:ea typeface="Avenir"/>
                <a:cs typeface="Avenir"/>
                <a:sym typeface="Avenir"/>
              </a:rPr>
              <a:t>afe space / base</a:t>
            </a:r>
            <a:endParaRPr sz="2000">
              <a:solidFill>
                <a:srgbClr val="A61C00"/>
              </a:solidFill>
              <a:latin typeface="Avenir"/>
              <a:ea typeface="Avenir"/>
              <a:cs typeface="Avenir"/>
              <a:sym typeface="Avenir"/>
            </a:endParaRPr>
          </a:p>
          <a:p>
            <a:pPr indent="0" lvl="0" marL="0" rtl="0" algn="l">
              <a:lnSpc>
                <a:spcPct val="115000"/>
              </a:lnSpc>
              <a:spcBef>
                <a:spcPts val="0"/>
              </a:spcBef>
              <a:spcAft>
                <a:spcPts val="0"/>
              </a:spcAft>
              <a:buClr>
                <a:schemeClr val="dk1"/>
              </a:buClr>
              <a:buSzPts val="1100"/>
              <a:buFont typeface="Arial"/>
              <a:buNone/>
            </a:pPr>
            <a:r>
              <a:rPr lang="en-US" sz="2000">
                <a:solidFill>
                  <a:srgbClr val="A61C00"/>
                </a:solidFill>
                <a:latin typeface="Avenir"/>
                <a:ea typeface="Avenir"/>
                <a:cs typeface="Avenir"/>
                <a:sym typeface="Avenir"/>
              </a:rPr>
              <a:t>Mindfulness strategies</a:t>
            </a:r>
            <a:endParaRPr sz="2000">
              <a:solidFill>
                <a:srgbClr val="A61C00"/>
              </a:solidFill>
              <a:latin typeface="Avenir"/>
              <a:ea typeface="Avenir"/>
              <a:cs typeface="Avenir"/>
              <a:sym typeface="Avenir"/>
            </a:endParaRPr>
          </a:p>
          <a:p>
            <a:pPr indent="0" lvl="0" marL="0" rtl="0" algn="l">
              <a:lnSpc>
                <a:spcPct val="115000"/>
              </a:lnSpc>
              <a:spcBef>
                <a:spcPts val="0"/>
              </a:spcBef>
              <a:spcAft>
                <a:spcPts val="0"/>
              </a:spcAft>
              <a:buClr>
                <a:schemeClr val="dk1"/>
              </a:buClr>
              <a:buSzPts val="1100"/>
              <a:buFont typeface="Arial"/>
              <a:buNone/>
            </a:pPr>
            <a:r>
              <a:rPr lang="en-US" sz="2000">
                <a:solidFill>
                  <a:srgbClr val="A61C00"/>
                </a:solidFill>
                <a:latin typeface="Avenir"/>
                <a:ea typeface="Avenir"/>
                <a:cs typeface="Avenir"/>
                <a:sym typeface="Avenir"/>
              </a:rPr>
              <a:t>Paper clips &amp; blu-tack!</a:t>
            </a:r>
            <a:endParaRPr sz="2000">
              <a:solidFill>
                <a:srgbClr val="A61C00"/>
              </a:solidFill>
              <a:latin typeface="Avenir"/>
              <a:ea typeface="Avenir"/>
              <a:cs typeface="Avenir"/>
              <a:sym typeface="Avenir"/>
            </a:endParaRPr>
          </a:p>
          <a:p>
            <a:pPr indent="0" lvl="0" marL="0" rtl="0" algn="l">
              <a:lnSpc>
                <a:spcPct val="115000"/>
              </a:lnSpc>
              <a:spcBef>
                <a:spcPts val="0"/>
              </a:spcBef>
              <a:spcAft>
                <a:spcPts val="0"/>
              </a:spcAft>
              <a:buClr>
                <a:schemeClr val="dk1"/>
              </a:buClr>
              <a:buSzPts val="1100"/>
              <a:buFont typeface="Arial"/>
              <a:buNone/>
            </a:pPr>
            <a:r>
              <a:rPr lang="en-US" sz="2000">
                <a:solidFill>
                  <a:srgbClr val="A61C00"/>
                </a:solidFill>
                <a:latin typeface="Avenir"/>
                <a:ea typeface="Avenir"/>
                <a:cs typeface="Avenir"/>
                <a:sym typeface="Avenir"/>
              </a:rPr>
              <a:t>Sensory stimuli</a:t>
            </a:r>
            <a:endParaRPr sz="2000">
              <a:solidFill>
                <a:srgbClr val="A61C00"/>
              </a:solidFill>
              <a:latin typeface="Avenir"/>
              <a:ea typeface="Avenir"/>
              <a:cs typeface="Avenir"/>
              <a:sym typeface="Avenir"/>
            </a:endParaRPr>
          </a:p>
          <a:p>
            <a:pPr indent="0" lvl="0" marL="0" rtl="0" algn="l">
              <a:lnSpc>
                <a:spcPct val="115000"/>
              </a:lnSpc>
              <a:spcBef>
                <a:spcPts val="0"/>
              </a:spcBef>
              <a:spcAft>
                <a:spcPts val="0"/>
              </a:spcAft>
              <a:buNone/>
            </a:pPr>
            <a:r>
              <a:rPr lang="en-US" sz="2000">
                <a:solidFill>
                  <a:srgbClr val="A61C00"/>
                </a:solidFill>
                <a:latin typeface="Avenir"/>
                <a:ea typeface="Avenir"/>
                <a:cs typeface="Avenir"/>
                <a:sym typeface="Avenir"/>
              </a:rPr>
              <a:t>Box breathing</a:t>
            </a:r>
            <a:endParaRPr sz="2000">
              <a:solidFill>
                <a:srgbClr val="A61C00"/>
              </a:solidFill>
              <a:latin typeface="Avenir"/>
              <a:ea typeface="Avenir"/>
              <a:cs typeface="Avenir"/>
              <a:sym typeface="Avenir"/>
            </a:endParaRPr>
          </a:p>
        </p:txBody>
      </p:sp>
      <p:sp>
        <p:nvSpPr>
          <p:cNvPr id="360" name="Google Shape;360;p46"/>
          <p:cNvSpPr/>
          <p:nvPr/>
        </p:nvSpPr>
        <p:spPr>
          <a:xfrm flipH="1">
            <a:off x="136652" y="1005800"/>
            <a:ext cx="1402500" cy="3703500"/>
          </a:xfrm>
          <a:prstGeom prst="rtTriangle">
            <a:avLst/>
          </a:prstGeom>
          <a:gradFill>
            <a:gsLst>
              <a:gs pos="0">
                <a:srgbClr val="F5D0D0"/>
              </a:gs>
              <a:gs pos="100000">
                <a:srgbClr val="D96868"/>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361" name="Google Shape;361;p46"/>
          <p:cNvSpPr txBox="1"/>
          <p:nvPr>
            <p:ph type="title"/>
          </p:nvPr>
        </p:nvSpPr>
        <p:spPr>
          <a:xfrm>
            <a:off x="0" y="0"/>
            <a:ext cx="9144000" cy="71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Suggestions</a:t>
            </a:r>
            <a:endParaRPr/>
          </a:p>
        </p:txBody>
      </p:sp>
      <p:pic>
        <p:nvPicPr>
          <p:cNvPr id="362" name="Google Shape;362;p46"/>
          <p:cNvPicPr preferRelativeResize="0"/>
          <p:nvPr/>
        </p:nvPicPr>
        <p:blipFill rotWithShape="1">
          <a:blip r:embed="rId3">
            <a:alphaModFix/>
          </a:blip>
          <a:srcRect b="46587" l="0" r="69103" t="0"/>
          <a:stretch/>
        </p:blipFill>
        <p:spPr>
          <a:xfrm>
            <a:off x="7637725" y="3456169"/>
            <a:ext cx="1280809" cy="1340381"/>
          </a:xfrm>
          <a:prstGeom prst="rect">
            <a:avLst/>
          </a:prstGeom>
          <a:noFill/>
          <a:ln>
            <a:noFill/>
          </a:ln>
        </p:spPr>
      </p:pic>
      <p:pic>
        <p:nvPicPr>
          <p:cNvPr id="363" name="Google Shape;363;p46"/>
          <p:cNvPicPr preferRelativeResize="0"/>
          <p:nvPr/>
        </p:nvPicPr>
        <p:blipFill rotWithShape="1">
          <a:blip r:embed="rId3">
            <a:alphaModFix amt="30000"/>
          </a:blip>
          <a:srcRect b="46587" l="34136" r="34136" t="0"/>
          <a:stretch/>
        </p:blipFill>
        <p:spPr>
          <a:xfrm>
            <a:off x="7619025" y="2109026"/>
            <a:ext cx="1318042" cy="1340381"/>
          </a:xfrm>
          <a:prstGeom prst="rect">
            <a:avLst/>
          </a:prstGeom>
          <a:noFill/>
          <a:ln>
            <a:noFill/>
          </a:ln>
        </p:spPr>
      </p:pic>
      <p:pic>
        <p:nvPicPr>
          <p:cNvPr id="364" name="Google Shape;364;p46"/>
          <p:cNvPicPr preferRelativeResize="0"/>
          <p:nvPr/>
        </p:nvPicPr>
        <p:blipFill rotWithShape="1">
          <a:blip r:embed="rId3">
            <a:alphaModFix amt="30000"/>
          </a:blip>
          <a:srcRect b="46587" l="68272" r="0" t="0"/>
          <a:stretch/>
        </p:blipFill>
        <p:spPr>
          <a:xfrm>
            <a:off x="7619035" y="757350"/>
            <a:ext cx="1318042" cy="1340381"/>
          </a:xfrm>
          <a:prstGeom prst="rect">
            <a:avLst/>
          </a:prstGeom>
          <a:noFill/>
          <a:ln>
            <a:noFill/>
          </a:ln>
        </p:spPr>
      </p:pic>
      <p:sp>
        <p:nvSpPr>
          <p:cNvPr id="365" name="Google Shape;365;p46"/>
          <p:cNvSpPr/>
          <p:nvPr/>
        </p:nvSpPr>
        <p:spPr>
          <a:xfrm>
            <a:off x="5600475" y="1400450"/>
            <a:ext cx="1413900" cy="3306000"/>
          </a:xfrm>
          <a:prstGeom prst="upArrow">
            <a:avLst>
              <a:gd fmla="val 50000" name="adj1"/>
              <a:gd fmla="val 50000" name="adj2"/>
            </a:avLst>
          </a:prstGeom>
          <a:solidFill>
            <a:schemeClr val="lt2"/>
          </a:solidFill>
          <a:ln cap="flat" cmpd="sng" w="127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p>
        </p:txBody>
      </p:sp>
      <p:sp>
        <p:nvSpPr>
          <p:cNvPr id="366" name="Google Shape;366;p46"/>
          <p:cNvSpPr txBox="1"/>
          <p:nvPr/>
        </p:nvSpPr>
        <p:spPr>
          <a:xfrm>
            <a:off x="5488287" y="3730850"/>
            <a:ext cx="1638300" cy="646200"/>
          </a:xfrm>
          <a:prstGeom prst="rect">
            <a:avLst/>
          </a:prstGeom>
          <a:solidFill>
            <a:srgbClr val="DA011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800">
                <a:solidFill>
                  <a:schemeClr val="lt1"/>
                </a:solidFill>
                <a:latin typeface="Avenir"/>
                <a:ea typeface="Avenir"/>
                <a:cs typeface="Avenir"/>
                <a:sym typeface="Avenir"/>
              </a:rPr>
              <a:t>Regulate</a:t>
            </a:r>
            <a:endParaRPr b="1" sz="2800">
              <a:solidFill>
                <a:schemeClr val="lt1"/>
              </a:solidFill>
              <a:latin typeface="Avenir"/>
              <a:ea typeface="Avenir"/>
              <a:cs typeface="Avenir"/>
              <a:sym typeface="Aveni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0" name="Shape 370"/>
        <p:cNvGrpSpPr/>
        <p:nvPr/>
      </p:nvGrpSpPr>
      <p:grpSpPr>
        <a:xfrm>
          <a:off x="0" y="0"/>
          <a:ext cx="0" cy="0"/>
          <a:chOff x="0" y="0"/>
          <a:chExt cx="0" cy="0"/>
        </a:xfrm>
      </p:grpSpPr>
      <p:sp>
        <p:nvSpPr>
          <p:cNvPr id="371" name="Google Shape;371;p47"/>
          <p:cNvSpPr txBox="1"/>
          <p:nvPr/>
        </p:nvSpPr>
        <p:spPr>
          <a:xfrm>
            <a:off x="4610425" y="45350"/>
            <a:ext cx="4474500" cy="883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n-US" sz="3100">
                <a:solidFill>
                  <a:srgbClr val="FFFFFF"/>
                </a:solidFill>
                <a:latin typeface="Avenir"/>
                <a:ea typeface="Avenir"/>
                <a:cs typeface="Avenir"/>
                <a:sym typeface="Avenir"/>
              </a:rPr>
              <a:t>ISAP Student Learning</a:t>
            </a:r>
            <a:endParaRPr b="1" sz="3100">
              <a:solidFill>
                <a:srgbClr val="FFFFFF"/>
              </a:solidFill>
              <a:latin typeface="Avenir"/>
              <a:ea typeface="Avenir"/>
              <a:cs typeface="Avenir"/>
              <a:sym typeface="Avenir"/>
            </a:endParaRPr>
          </a:p>
        </p:txBody>
      </p:sp>
      <p:sp>
        <p:nvSpPr>
          <p:cNvPr id="372" name="Google Shape;372;p47"/>
          <p:cNvSpPr txBox="1"/>
          <p:nvPr/>
        </p:nvSpPr>
        <p:spPr>
          <a:xfrm>
            <a:off x="102900" y="2030075"/>
            <a:ext cx="89382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00A1CC"/>
                </a:solidFill>
                <a:latin typeface="Avenir"/>
                <a:ea typeface="Avenir"/>
                <a:cs typeface="Avenir"/>
                <a:sym typeface="Avenir"/>
              </a:rPr>
              <a:t>All Staff Research Review</a:t>
            </a:r>
            <a:endParaRPr>
              <a:solidFill>
                <a:srgbClr val="00A1CC"/>
              </a:solidFill>
              <a:latin typeface="Avenir"/>
              <a:ea typeface="Avenir"/>
              <a:cs typeface="Avenir"/>
              <a:sym typeface="Avenir"/>
            </a:endParaRPr>
          </a:p>
          <a:p>
            <a:pPr indent="-317500" lvl="0" marL="457200" rtl="0" algn="l">
              <a:spcBef>
                <a:spcPts val="0"/>
              </a:spcBef>
              <a:spcAft>
                <a:spcPts val="0"/>
              </a:spcAft>
              <a:buSzPts val="1400"/>
              <a:buFont typeface="Avenir"/>
              <a:buChar char="●"/>
            </a:pPr>
            <a:r>
              <a:rPr lang="en-US">
                <a:latin typeface="Avenir"/>
                <a:ea typeface="Avenir"/>
                <a:cs typeface="Avenir"/>
                <a:sym typeface="Avenir"/>
              </a:rPr>
              <a:t>Read Dr. Bruce Perry’s foundational papers on the Neurosequential Model </a:t>
            </a:r>
            <a:endParaRPr>
              <a:latin typeface="Avenir"/>
              <a:ea typeface="Avenir"/>
              <a:cs typeface="Avenir"/>
              <a:sym typeface="Avenir"/>
            </a:endParaRPr>
          </a:p>
          <a:p>
            <a:pPr indent="-317500" lvl="1" marL="914400" rtl="0" algn="l">
              <a:spcBef>
                <a:spcPts val="0"/>
              </a:spcBef>
              <a:spcAft>
                <a:spcPts val="0"/>
              </a:spcAft>
              <a:buSzPts val="1400"/>
              <a:buFont typeface="Avenir"/>
              <a:buChar char="○"/>
            </a:pPr>
            <a:r>
              <a:rPr lang="en-US">
                <a:latin typeface="Avenir"/>
                <a:ea typeface="Avenir"/>
                <a:cs typeface="Avenir"/>
                <a:sym typeface="Avenir"/>
              </a:rPr>
              <a:t>(e.g., Born For Love excerpts) to solidify the biological underpinnings.</a:t>
            </a:r>
            <a:endParaRPr>
              <a:latin typeface="Avenir"/>
              <a:ea typeface="Avenir"/>
              <a:cs typeface="Avenir"/>
              <a:sym typeface="Avenir"/>
            </a:endParaRPr>
          </a:p>
          <a:p>
            <a:pPr indent="0" lvl="0" marL="0" rtl="0" algn="l">
              <a:spcBef>
                <a:spcPts val="0"/>
              </a:spcBef>
              <a:spcAft>
                <a:spcPts val="0"/>
              </a:spcAft>
              <a:buNone/>
            </a:pPr>
            <a:r>
              <a:t/>
            </a:r>
            <a:endParaRPr>
              <a:latin typeface="Avenir"/>
              <a:ea typeface="Avenir"/>
              <a:cs typeface="Avenir"/>
              <a:sym typeface="Avenir"/>
            </a:endParaRPr>
          </a:p>
          <a:p>
            <a:pPr indent="0" lvl="0" marL="0" rtl="0" algn="l">
              <a:spcBef>
                <a:spcPts val="0"/>
              </a:spcBef>
              <a:spcAft>
                <a:spcPts val="0"/>
              </a:spcAft>
              <a:buNone/>
            </a:pPr>
            <a:r>
              <a:rPr lang="en-US">
                <a:solidFill>
                  <a:srgbClr val="00A1CC"/>
                </a:solidFill>
                <a:latin typeface="Avenir"/>
                <a:ea typeface="Avenir"/>
                <a:cs typeface="Avenir"/>
                <a:sym typeface="Avenir"/>
              </a:rPr>
              <a:t>AP Practitioners/Teachers</a:t>
            </a:r>
            <a:endParaRPr>
              <a:latin typeface="Avenir"/>
              <a:ea typeface="Avenir"/>
              <a:cs typeface="Avenir"/>
              <a:sym typeface="Avenir"/>
            </a:endParaRPr>
          </a:p>
          <a:p>
            <a:pPr indent="-317500" lvl="0" marL="457200" rtl="0" algn="l">
              <a:spcBef>
                <a:spcPts val="0"/>
              </a:spcBef>
              <a:spcAft>
                <a:spcPts val="0"/>
              </a:spcAft>
              <a:buSzPts val="1400"/>
              <a:buFont typeface="Avenir"/>
              <a:buChar char="●"/>
            </a:pPr>
            <a:r>
              <a:rPr lang="en-US">
                <a:solidFill>
                  <a:srgbClr val="00A1CC"/>
                </a:solidFill>
                <a:latin typeface="Avenir"/>
                <a:ea typeface="Avenir"/>
                <a:cs typeface="Avenir"/>
                <a:sym typeface="Avenir"/>
              </a:rPr>
              <a:t>Lesson Study (Regulate): </a:t>
            </a:r>
            <a:endParaRPr>
              <a:solidFill>
                <a:srgbClr val="00A1CC"/>
              </a:solidFill>
              <a:latin typeface="Avenir"/>
              <a:ea typeface="Avenir"/>
              <a:cs typeface="Avenir"/>
              <a:sym typeface="Avenir"/>
            </a:endParaRPr>
          </a:p>
          <a:p>
            <a:pPr indent="-317500" lvl="1" marL="914400" rtl="0" algn="l">
              <a:spcBef>
                <a:spcPts val="0"/>
              </a:spcBef>
              <a:spcAft>
                <a:spcPts val="0"/>
              </a:spcAft>
              <a:buSzPts val="1400"/>
              <a:buFont typeface="Avenir"/>
              <a:buChar char="○"/>
            </a:pPr>
            <a:r>
              <a:rPr lang="en-US">
                <a:latin typeface="Avenir"/>
                <a:ea typeface="Avenir"/>
                <a:cs typeface="Avenir"/>
                <a:sym typeface="Avenir"/>
              </a:rPr>
              <a:t>Collaborate with a colleague to design and teach a lesson where the main objective is embedding a mandatory regulation/sensory break, then jointly reflecting on student impact.</a:t>
            </a:r>
            <a:endParaRPr>
              <a:latin typeface="Avenir"/>
              <a:ea typeface="Avenir"/>
              <a:cs typeface="Avenir"/>
              <a:sym typeface="Aveni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6" name="Shape 376"/>
        <p:cNvGrpSpPr/>
        <p:nvPr/>
      </p:nvGrpSpPr>
      <p:grpSpPr>
        <a:xfrm>
          <a:off x="0" y="0"/>
          <a:ext cx="0" cy="0"/>
          <a:chOff x="0" y="0"/>
          <a:chExt cx="0" cy="0"/>
        </a:xfrm>
      </p:grpSpPr>
      <p:sp>
        <p:nvSpPr>
          <p:cNvPr id="377" name="Google Shape;377;p48"/>
          <p:cNvSpPr txBox="1"/>
          <p:nvPr/>
        </p:nvSpPr>
        <p:spPr>
          <a:xfrm>
            <a:off x="4610425" y="45350"/>
            <a:ext cx="4474500" cy="883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n-US" sz="3100">
                <a:solidFill>
                  <a:srgbClr val="FFFFFF"/>
                </a:solidFill>
                <a:latin typeface="Avenir"/>
                <a:ea typeface="Avenir"/>
                <a:cs typeface="Avenir"/>
                <a:sym typeface="Avenir"/>
              </a:rPr>
              <a:t>ISAP Student Learning</a:t>
            </a:r>
            <a:endParaRPr b="1" sz="3100">
              <a:solidFill>
                <a:srgbClr val="FFFFFF"/>
              </a:solidFill>
              <a:latin typeface="Avenir"/>
              <a:ea typeface="Avenir"/>
              <a:cs typeface="Avenir"/>
              <a:sym typeface="Avenir"/>
            </a:endParaRPr>
          </a:p>
        </p:txBody>
      </p:sp>
      <p:sp>
        <p:nvSpPr>
          <p:cNvPr id="378" name="Google Shape;378;p48"/>
          <p:cNvSpPr txBox="1"/>
          <p:nvPr/>
        </p:nvSpPr>
        <p:spPr>
          <a:xfrm>
            <a:off x="102900" y="2030075"/>
            <a:ext cx="89382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00A1CC"/>
                </a:solidFill>
                <a:latin typeface="Avenir"/>
                <a:ea typeface="Avenir"/>
                <a:cs typeface="Avenir"/>
                <a:sym typeface="Avenir"/>
              </a:rPr>
              <a:t>Senior/Pastoral Leaders</a:t>
            </a:r>
            <a:endParaRPr>
              <a:solidFill>
                <a:srgbClr val="00A1CC"/>
              </a:solidFill>
              <a:latin typeface="Avenir"/>
              <a:ea typeface="Avenir"/>
              <a:cs typeface="Avenir"/>
              <a:sym typeface="Avenir"/>
            </a:endParaRPr>
          </a:p>
          <a:p>
            <a:pPr indent="-317500" lvl="0" marL="457200" rtl="0" algn="l">
              <a:spcBef>
                <a:spcPts val="0"/>
              </a:spcBef>
              <a:spcAft>
                <a:spcPts val="0"/>
              </a:spcAft>
              <a:buSzPts val="1400"/>
              <a:buFont typeface="Avenir"/>
              <a:buChar char="●"/>
            </a:pPr>
            <a:r>
              <a:rPr lang="en-US">
                <a:latin typeface="Avenir"/>
                <a:ea typeface="Avenir"/>
                <a:cs typeface="Avenir"/>
                <a:sym typeface="Avenir"/>
              </a:rPr>
              <a:t>Review current internal AP placement/induction processes and create a checklist that explicitly maps against the RRR stages to ensure regulation and relationship-building are prioritized in the first 72 hours of entry.</a:t>
            </a:r>
            <a:endParaRPr>
              <a:latin typeface="Avenir"/>
              <a:ea typeface="Avenir"/>
              <a:cs typeface="Avenir"/>
              <a:sym typeface="Avenir"/>
            </a:endParaRPr>
          </a:p>
          <a:p>
            <a:pPr indent="0" lvl="0" marL="0" rtl="0" algn="l">
              <a:spcBef>
                <a:spcPts val="0"/>
              </a:spcBef>
              <a:spcAft>
                <a:spcPts val="0"/>
              </a:spcAft>
              <a:buNone/>
            </a:pPr>
            <a:r>
              <a:t/>
            </a:r>
            <a:endParaRPr>
              <a:latin typeface="Avenir"/>
              <a:ea typeface="Avenir"/>
              <a:cs typeface="Avenir"/>
              <a:sym typeface="Avenir"/>
            </a:endParaRPr>
          </a:p>
          <a:p>
            <a:pPr indent="0" lvl="0" marL="0" rtl="0" algn="l">
              <a:spcBef>
                <a:spcPts val="0"/>
              </a:spcBef>
              <a:spcAft>
                <a:spcPts val="0"/>
              </a:spcAft>
              <a:buNone/>
            </a:pPr>
            <a:r>
              <a:rPr lang="en-US">
                <a:solidFill>
                  <a:srgbClr val="00A1CC"/>
                </a:solidFill>
                <a:latin typeface="Avenir"/>
                <a:ea typeface="Avenir"/>
                <a:cs typeface="Avenir"/>
                <a:sym typeface="Avenir"/>
              </a:rPr>
              <a:t>Mentors/Pastoral Staff Skill Deep Dive: </a:t>
            </a:r>
            <a:endParaRPr>
              <a:solidFill>
                <a:srgbClr val="00A1CC"/>
              </a:solidFill>
              <a:latin typeface="Avenir"/>
              <a:ea typeface="Avenir"/>
              <a:cs typeface="Avenir"/>
              <a:sym typeface="Avenir"/>
            </a:endParaRPr>
          </a:p>
          <a:p>
            <a:pPr indent="-317500" lvl="0" marL="457200" rtl="0" algn="l">
              <a:spcBef>
                <a:spcPts val="0"/>
              </a:spcBef>
              <a:spcAft>
                <a:spcPts val="0"/>
              </a:spcAft>
              <a:buSzPts val="1400"/>
              <a:buFont typeface="Avenir"/>
              <a:buChar char="●"/>
            </a:pPr>
            <a:r>
              <a:rPr lang="en-US">
                <a:latin typeface="Avenir"/>
                <a:ea typeface="Avenir"/>
                <a:cs typeface="Avenir"/>
                <a:sym typeface="Avenir"/>
              </a:rPr>
              <a:t>Practice using structured 'safe place' check-in scripts and non-verbal communication strategies to build rapport with one specific student who typically resists engagement.</a:t>
            </a:r>
            <a:endParaRPr>
              <a:latin typeface="Avenir"/>
              <a:ea typeface="Avenir"/>
              <a:cs typeface="Avenir"/>
              <a:sym typeface="Aveni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2" name="Shape 382"/>
        <p:cNvGrpSpPr/>
        <p:nvPr/>
      </p:nvGrpSpPr>
      <p:grpSpPr>
        <a:xfrm>
          <a:off x="0" y="0"/>
          <a:ext cx="0" cy="0"/>
          <a:chOff x="0" y="0"/>
          <a:chExt cx="0" cy="0"/>
        </a:xfrm>
      </p:grpSpPr>
      <p:sp>
        <p:nvSpPr>
          <p:cNvPr id="383" name="Google Shape;383;p49"/>
          <p:cNvSpPr txBox="1"/>
          <p:nvPr/>
        </p:nvSpPr>
        <p:spPr>
          <a:xfrm>
            <a:off x="4610425" y="45350"/>
            <a:ext cx="4474500" cy="883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n-US" sz="3100">
                <a:solidFill>
                  <a:srgbClr val="FFFFFF"/>
                </a:solidFill>
                <a:latin typeface="Avenir"/>
                <a:ea typeface="Avenir"/>
                <a:cs typeface="Avenir"/>
                <a:sym typeface="Avenir"/>
              </a:rPr>
              <a:t>ISAP Student Learning</a:t>
            </a:r>
            <a:endParaRPr b="1" sz="3100">
              <a:solidFill>
                <a:srgbClr val="FFFFFF"/>
              </a:solidFill>
              <a:latin typeface="Avenir"/>
              <a:ea typeface="Avenir"/>
              <a:cs typeface="Avenir"/>
              <a:sym typeface="Avenir"/>
            </a:endParaRPr>
          </a:p>
        </p:txBody>
      </p:sp>
      <p:sp>
        <p:nvSpPr>
          <p:cNvPr id="384" name="Google Shape;384;p49"/>
          <p:cNvSpPr txBox="1"/>
          <p:nvPr/>
        </p:nvSpPr>
        <p:spPr>
          <a:xfrm>
            <a:off x="102900" y="2030075"/>
            <a:ext cx="8938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00A1CC"/>
                </a:solidFill>
                <a:latin typeface="Avenir"/>
                <a:ea typeface="Avenir"/>
                <a:cs typeface="Avenir"/>
                <a:sym typeface="Avenir"/>
              </a:rPr>
              <a:t>All Staff</a:t>
            </a:r>
            <a:endParaRPr>
              <a:solidFill>
                <a:srgbClr val="00A1CC"/>
              </a:solidFill>
              <a:latin typeface="Avenir"/>
              <a:ea typeface="Avenir"/>
              <a:cs typeface="Avenir"/>
              <a:sym typeface="Avenir"/>
            </a:endParaRPr>
          </a:p>
          <a:p>
            <a:pPr indent="-317500" lvl="0" marL="457200" rtl="0" algn="l">
              <a:spcBef>
                <a:spcPts val="0"/>
              </a:spcBef>
              <a:spcAft>
                <a:spcPts val="0"/>
              </a:spcAft>
              <a:buSzPts val="1400"/>
              <a:buFont typeface="Avenir"/>
              <a:buChar char="●"/>
            </a:pPr>
            <a:r>
              <a:rPr lang="en-US">
                <a:latin typeface="Avenir"/>
                <a:ea typeface="Avenir"/>
                <a:cs typeface="Avenir"/>
                <a:sym typeface="Avenir"/>
              </a:rPr>
              <a:t>Commit to one "hard to reach" student and log 3-5 daily proactive, non-contingent positive interactions with them for two weeks, sharing anonymised reflections on the impact in a departmental meeting.</a:t>
            </a:r>
            <a:endParaRPr>
              <a:latin typeface="Avenir"/>
              <a:ea typeface="Avenir"/>
              <a:cs typeface="Avenir"/>
              <a:sym typeface="Avenir"/>
            </a:endParaRPr>
          </a:p>
          <a:p>
            <a:pPr indent="0" lvl="0" marL="0" rtl="0" algn="l">
              <a:spcBef>
                <a:spcPts val="0"/>
              </a:spcBef>
              <a:spcAft>
                <a:spcPts val="0"/>
              </a:spcAft>
              <a:buNone/>
            </a:pPr>
            <a:r>
              <a:t/>
            </a:r>
            <a:endParaRPr>
              <a:latin typeface="Avenir"/>
              <a:ea typeface="Avenir"/>
              <a:cs typeface="Avenir"/>
              <a:sym typeface="Avenir"/>
            </a:endParaRPr>
          </a:p>
          <a:p>
            <a:pPr indent="0" lvl="0" marL="0" rtl="0" algn="l">
              <a:spcBef>
                <a:spcPts val="0"/>
              </a:spcBef>
              <a:spcAft>
                <a:spcPts val="0"/>
              </a:spcAft>
              <a:buNone/>
            </a:pPr>
            <a:r>
              <a:rPr lang="en-US">
                <a:solidFill>
                  <a:srgbClr val="00A1CC"/>
                </a:solidFill>
                <a:latin typeface="Avenir"/>
                <a:ea typeface="Avenir"/>
                <a:cs typeface="Avenir"/>
                <a:sym typeface="Avenir"/>
              </a:rPr>
              <a:t>AP Practitioners/Teachers</a:t>
            </a:r>
            <a:endParaRPr>
              <a:solidFill>
                <a:srgbClr val="00A1CC"/>
              </a:solidFill>
              <a:latin typeface="Avenir"/>
              <a:ea typeface="Avenir"/>
              <a:cs typeface="Avenir"/>
              <a:sym typeface="Avenir"/>
            </a:endParaRPr>
          </a:p>
          <a:p>
            <a:pPr indent="-317500" lvl="0" marL="457200" rtl="0" algn="l">
              <a:spcBef>
                <a:spcPts val="0"/>
              </a:spcBef>
              <a:spcAft>
                <a:spcPts val="0"/>
              </a:spcAft>
              <a:buSzPts val="1400"/>
              <a:buFont typeface="Avenir"/>
              <a:buChar char="●"/>
            </a:pPr>
            <a:r>
              <a:rPr lang="en-US">
                <a:solidFill>
                  <a:srgbClr val="00A1CC"/>
                </a:solidFill>
                <a:latin typeface="Avenir"/>
                <a:ea typeface="Avenir"/>
                <a:cs typeface="Avenir"/>
                <a:sym typeface="Avenir"/>
              </a:rPr>
              <a:t>Pilot a Regulation Zone: </a:t>
            </a:r>
            <a:r>
              <a:rPr lang="en-US">
                <a:latin typeface="Avenir"/>
                <a:ea typeface="Avenir"/>
                <a:cs typeface="Avenir"/>
                <a:sym typeface="Avenir"/>
              </a:rPr>
              <a:t>Designate and equip a "Calm Corner" or Regulation Station in your AP teaching space and trial its use with three targeted students over two weeks.</a:t>
            </a:r>
            <a:endParaRPr>
              <a:latin typeface="Avenir"/>
              <a:ea typeface="Avenir"/>
              <a:cs typeface="Avenir"/>
              <a:sym typeface="Avenir"/>
            </a:endParaRPr>
          </a:p>
          <a:p>
            <a:pPr indent="0" lvl="0" marL="457200" rtl="0" algn="l">
              <a:spcBef>
                <a:spcPts val="0"/>
              </a:spcBef>
              <a:spcAft>
                <a:spcPts val="0"/>
              </a:spcAft>
              <a:buNone/>
            </a:pPr>
            <a:r>
              <a:t/>
            </a:r>
            <a:endParaRPr>
              <a:latin typeface="Avenir"/>
              <a:ea typeface="Avenir"/>
              <a:cs typeface="Avenir"/>
              <a:sym typeface="Avenir"/>
            </a:endParaRPr>
          </a:p>
          <a:p>
            <a:pPr indent="-317500" lvl="0" marL="457200" rtl="0" algn="l">
              <a:spcBef>
                <a:spcPts val="0"/>
              </a:spcBef>
              <a:spcAft>
                <a:spcPts val="0"/>
              </a:spcAft>
              <a:buSzPts val="1400"/>
              <a:buFont typeface="Avenir"/>
              <a:buChar char="●"/>
            </a:pPr>
            <a:r>
              <a:rPr lang="en-US">
                <a:solidFill>
                  <a:srgbClr val="00A1CC"/>
                </a:solidFill>
                <a:latin typeface="Avenir"/>
                <a:ea typeface="Avenir"/>
                <a:cs typeface="Avenir"/>
                <a:sym typeface="Avenir"/>
              </a:rPr>
              <a:t>Rhythm and Routine: </a:t>
            </a:r>
            <a:r>
              <a:rPr lang="en-US">
                <a:latin typeface="Avenir"/>
                <a:ea typeface="Avenir"/>
                <a:cs typeface="Avenir"/>
                <a:sym typeface="Avenir"/>
              </a:rPr>
              <a:t>Embed a fixed, non-negotiable Regulation Routine (e.g., 2 minutes of seated movement/breathing) at the start of every challenging lesson or transition period for one full week.</a:t>
            </a:r>
            <a:endParaRPr>
              <a:latin typeface="Avenir"/>
              <a:ea typeface="Avenir"/>
              <a:cs typeface="Avenir"/>
              <a:sym typeface="Aveni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8" name="Shape 388"/>
        <p:cNvGrpSpPr/>
        <p:nvPr/>
      </p:nvGrpSpPr>
      <p:grpSpPr>
        <a:xfrm>
          <a:off x="0" y="0"/>
          <a:ext cx="0" cy="0"/>
          <a:chOff x="0" y="0"/>
          <a:chExt cx="0" cy="0"/>
        </a:xfrm>
      </p:grpSpPr>
      <p:sp>
        <p:nvSpPr>
          <p:cNvPr id="389" name="Google Shape;389;p50"/>
          <p:cNvSpPr txBox="1"/>
          <p:nvPr/>
        </p:nvSpPr>
        <p:spPr>
          <a:xfrm>
            <a:off x="4610425" y="45350"/>
            <a:ext cx="4474500" cy="883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n-US" sz="3100">
                <a:solidFill>
                  <a:srgbClr val="FFFFFF"/>
                </a:solidFill>
                <a:latin typeface="Avenir"/>
                <a:ea typeface="Avenir"/>
                <a:cs typeface="Avenir"/>
                <a:sym typeface="Avenir"/>
              </a:rPr>
              <a:t>ISAP Student Learning</a:t>
            </a:r>
            <a:endParaRPr b="1" sz="3100">
              <a:solidFill>
                <a:srgbClr val="FFFFFF"/>
              </a:solidFill>
              <a:latin typeface="Avenir"/>
              <a:ea typeface="Avenir"/>
              <a:cs typeface="Avenir"/>
              <a:sym typeface="Avenir"/>
            </a:endParaRPr>
          </a:p>
        </p:txBody>
      </p:sp>
      <p:sp>
        <p:nvSpPr>
          <p:cNvPr id="390" name="Google Shape;390;p50"/>
          <p:cNvSpPr txBox="1"/>
          <p:nvPr/>
        </p:nvSpPr>
        <p:spPr>
          <a:xfrm>
            <a:off x="102900" y="2030075"/>
            <a:ext cx="89382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00A1CC"/>
                </a:solidFill>
                <a:latin typeface="Avenir"/>
                <a:ea typeface="Avenir"/>
                <a:cs typeface="Avenir"/>
                <a:sym typeface="Avenir"/>
              </a:rPr>
              <a:t>Senior/Pastoral Leaders</a:t>
            </a:r>
            <a:endParaRPr>
              <a:solidFill>
                <a:srgbClr val="00A1CC"/>
              </a:solidFill>
              <a:latin typeface="Avenir"/>
              <a:ea typeface="Avenir"/>
              <a:cs typeface="Avenir"/>
              <a:sym typeface="Avenir"/>
            </a:endParaRPr>
          </a:p>
          <a:p>
            <a:pPr indent="-317500" lvl="0" marL="457200" rtl="0" algn="l">
              <a:spcBef>
                <a:spcPts val="0"/>
              </a:spcBef>
              <a:spcAft>
                <a:spcPts val="0"/>
              </a:spcAft>
              <a:buSzPts val="1400"/>
              <a:buFont typeface="Avenir"/>
              <a:buChar char="●"/>
            </a:pPr>
            <a:r>
              <a:rPr lang="en-US">
                <a:latin typeface="Avenir"/>
                <a:ea typeface="Avenir"/>
                <a:cs typeface="Avenir"/>
                <a:sym typeface="Avenir"/>
              </a:rPr>
              <a:t>Adjust the weekly AP review agenda to include a mandatory item focused on "Regulation Success Metrics" (e.g., instances of dysregulation managed vs. referred out) to drive data-informed RRR strategy refinement.</a:t>
            </a:r>
            <a:endParaRPr>
              <a:latin typeface="Avenir"/>
              <a:ea typeface="Avenir"/>
              <a:cs typeface="Avenir"/>
              <a:sym typeface="Avenir"/>
            </a:endParaRPr>
          </a:p>
          <a:p>
            <a:pPr indent="0" lvl="0" marL="0" rtl="0" algn="l">
              <a:spcBef>
                <a:spcPts val="0"/>
              </a:spcBef>
              <a:spcAft>
                <a:spcPts val="0"/>
              </a:spcAft>
              <a:buNone/>
            </a:pPr>
            <a:r>
              <a:t/>
            </a:r>
            <a:endParaRPr>
              <a:latin typeface="Avenir"/>
              <a:ea typeface="Avenir"/>
              <a:cs typeface="Avenir"/>
              <a:sym typeface="Avenir"/>
            </a:endParaRPr>
          </a:p>
          <a:p>
            <a:pPr indent="0" lvl="0" marL="0" rtl="0" algn="l">
              <a:spcBef>
                <a:spcPts val="0"/>
              </a:spcBef>
              <a:spcAft>
                <a:spcPts val="0"/>
              </a:spcAft>
              <a:buNone/>
            </a:pPr>
            <a:r>
              <a:rPr lang="en-US">
                <a:solidFill>
                  <a:srgbClr val="00A1CC"/>
                </a:solidFill>
                <a:latin typeface="Avenir"/>
                <a:ea typeface="Avenir"/>
                <a:cs typeface="Avenir"/>
                <a:sym typeface="Avenir"/>
              </a:rPr>
              <a:t>Mentors/Pastoral Staff Skill Deep Dive: </a:t>
            </a:r>
            <a:endParaRPr>
              <a:solidFill>
                <a:srgbClr val="00A1CC"/>
              </a:solidFill>
              <a:latin typeface="Avenir"/>
              <a:ea typeface="Avenir"/>
              <a:cs typeface="Avenir"/>
              <a:sym typeface="Avenir"/>
            </a:endParaRPr>
          </a:p>
          <a:p>
            <a:pPr indent="-317500" lvl="0" marL="457200" rtl="0" algn="l">
              <a:spcBef>
                <a:spcPts val="0"/>
              </a:spcBef>
              <a:spcAft>
                <a:spcPts val="0"/>
              </a:spcAft>
              <a:buSzPts val="1400"/>
              <a:buFont typeface="Avenir"/>
              <a:buChar char="●"/>
            </a:pPr>
            <a:r>
              <a:rPr lang="en-US">
                <a:latin typeface="Avenir"/>
                <a:ea typeface="Avenir"/>
                <a:cs typeface="Avenir"/>
                <a:sym typeface="Avenir"/>
              </a:rPr>
              <a:t>The 3 R's Strategy: For two specific students, commit to a RRR approach when responding to conflict: Regulate (self/student), Relate (validate feeling), </a:t>
            </a:r>
            <a:r>
              <a:rPr lang="en-US">
                <a:solidFill>
                  <a:schemeClr val="dk1"/>
                </a:solidFill>
                <a:latin typeface="Avenir"/>
                <a:ea typeface="Avenir"/>
                <a:cs typeface="Avenir"/>
                <a:sym typeface="Avenir"/>
              </a:rPr>
              <a:t>and finally </a:t>
            </a:r>
            <a:r>
              <a:rPr lang="en-US">
                <a:latin typeface="Avenir"/>
                <a:ea typeface="Avenir"/>
                <a:cs typeface="Avenir"/>
                <a:sym typeface="Avenir"/>
              </a:rPr>
              <a:t>Reason (gentle instruction, discussing the incident later when calm).</a:t>
            </a:r>
            <a:endParaRPr>
              <a:latin typeface="Avenir"/>
              <a:ea typeface="Avenir"/>
              <a:cs typeface="Avenir"/>
              <a:sym typeface="Aveni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1"/>
          <p:cNvSpPr txBox="1"/>
          <p:nvPr>
            <p:ph idx="2" type="title"/>
          </p:nvPr>
        </p:nvSpPr>
        <p:spPr>
          <a:xfrm>
            <a:off x="72575" y="1059575"/>
            <a:ext cx="9000300" cy="95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Further Reading</a:t>
            </a:r>
            <a:endParaRPr/>
          </a:p>
        </p:txBody>
      </p:sp>
      <p:sp>
        <p:nvSpPr>
          <p:cNvPr id="397" name="Google Shape;397;p51"/>
          <p:cNvSpPr txBox="1"/>
          <p:nvPr>
            <p:ph idx="1" type="body"/>
          </p:nvPr>
        </p:nvSpPr>
        <p:spPr>
          <a:xfrm>
            <a:off x="175800" y="2147600"/>
            <a:ext cx="3643500" cy="252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Neurosequential Approach:</a:t>
            </a:r>
            <a:endParaRPr/>
          </a:p>
          <a:p>
            <a:pPr indent="0" lvl="0" marL="0" rtl="0" algn="l">
              <a:spcBef>
                <a:spcPts val="0"/>
              </a:spcBef>
              <a:spcAft>
                <a:spcPts val="0"/>
              </a:spcAft>
              <a:buNone/>
            </a:pPr>
            <a:r>
              <a:rPr lang="en-US" u="sng">
                <a:solidFill>
                  <a:schemeClr val="hlink"/>
                </a:solidFill>
                <a:hlinkClick r:id="rId3"/>
              </a:rPr>
              <a:t>Stress, Trauma, and the Brain: Insights for Educators--The Neurosequential Model</a:t>
            </a:r>
            <a:endParaRPr/>
          </a:p>
          <a:p>
            <a:pPr indent="0" lvl="0" marL="0" rtl="0" algn="l">
              <a:spcBef>
                <a:spcPts val="0"/>
              </a:spcBef>
              <a:spcAft>
                <a:spcPts val="0"/>
              </a:spcAft>
              <a:buNone/>
            </a:pPr>
            <a:r>
              <a:t/>
            </a:r>
            <a:endParaRPr/>
          </a:p>
        </p:txBody>
      </p:sp>
      <p:sp>
        <p:nvSpPr>
          <p:cNvPr id="398" name="Google Shape;398;p51"/>
          <p:cNvSpPr txBox="1"/>
          <p:nvPr>
            <p:ph type="title"/>
          </p:nvPr>
        </p:nvSpPr>
        <p:spPr>
          <a:xfrm>
            <a:off x="4610425" y="45350"/>
            <a:ext cx="4474500" cy="883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ISAP Student Learning</a:t>
            </a:r>
            <a:endParaRPr/>
          </a:p>
        </p:txBody>
      </p:sp>
      <p:pic>
        <p:nvPicPr>
          <p:cNvPr descr="The Neurosequential Model in Education, based on  an understanding of the structure and sequential nature of the brain,  can help educators increase their students’ engagement in learning and mitigate behavioral problems.  Listen as Dr. Perry describes the model and its significant impact on how we interact with our students, our own children, and each other." id="399" name="Google Shape;399;p51" title="Stress, Trauma, and the Brain: Insights for Educators--The Neurosequential Model">
            <a:hlinkClick r:id="rId4"/>
          </p:cNvPr>
          <p:cNvPicPr preferRelativeResize="0"/>
          <p:nvPr/>
        </p:nvPicPr>
        <p:blipFill>
          <a:blip r:embed="rId5">
            <a:alphaModFix/>
          </a:blip>
          <a:stretch>
            <a:fillRect/>
          </a:stretch>
        </p:blipFill>
        <p:spPr>
          <a:xfrm>
            <a:off x="3972900" y="1979575"/>
            <a:ext cx="4896375" cy="2754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000"/>
                                        <p:tgtEl>
                                          <p:spTgt spid="3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2"/>
          <p:cNvSpPr txBox="1"/>
          <p:nvPr>
            <p:ph idx="2" type="title"/>
          </p:nvPr>
        </p:nvSpPr>
        <p:spPr>
          <a:xfrm>
            <a:off x="72575" y="1059575"/>
            <a:ext cx="9000300" cy="95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Further Reading</a:t>
            </a:r>
            <a:endParaRPr/>
          </a:p>
        </p:txBody>
      </p:sp>
      <p:sp>
        <p:nvSpPr>
          <p:cNvPr id="406" name="Google Shape;406;p52"/>
          <p:cNvSpPr txBox="1"/>
          <p:nvPr>
            <p:ph type="title"/>
          </p:nvPr>
        </p:nvSpPr>
        <p:spPr>
          <a:xfrm>
            <a:off x="4610425" y="45350"/>
            <a:ext cx="4474500" cy="883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ISAP Student Learning</a:t>
            </a:r>
            <a:endParaRPr/>
          </a:p>
        </p:txBody>
      </p:sp>
      <p:sp>
        <p:nvSpPr>
          <p:cNvPr id="407" name="Google Shape;407;p52"/>
          <p:cNvSpPr txBox="1"/>
          <p:nvPr/>
        </p:nvSpPr>
        <p:spPr>
          <a:xfrm>
            <a:off x="229025" y="1843100"/>
            <a:ext cx="8687400" cy="3021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US" sz="1600">
                <a:solidFill>
                  <a:schemeClr val="dk1"/>
                </a:solidFill>
                <a:latin typeface="Avenir"/>
                <a:ea typeface="Avenir"/>
                <a:cs typeface="Avenir"/>
                <a:sym typeface="Avenir"/>
              </a:rPr>
              <a:t>Core Texts on the Neurosequential Model</a:t>
            </a:r>
            <a:endParaRPr b="1" sz="1600">
              <a:solidFill>
                <a:schemeClr val="dk1"/>
              </a:solidFill>
              <a:latin typeface="Avenir"/>
              <a:ea typeface="Avenir"/>
              <a:cs typeface="Avenir"/>
              <a:sym typeface="Avenir"/>
            </a:endParaRPr>
          </a:p>
          <a:p>
            <a:pPr indent="0" lvl="0" marL="0" rtl="0" algn="l">
              <a:lnSpc>
                <a:spcPct val="100000"/>
              </a:lnSpc>
              <a:spcBef>
                <a:spcPts val="1000"/>
              </a:spcBef>
              <a:spcAft>
                <a:spcPts val="0"/>
              </a:spcAft>
              <a:buNone/>
            </a:pPr>
            <a:r>
              <a:rPr lang="en-US" sz="1000">
                <a:solidFill>
                  <a:schemeClr val="dk1"/>
                </a:solidFill>
                <a:latin typeface="Avenir"/>
                <a:ea typeface="Avenir"/>
                <a:cs typeface="Avenir"/>
                <a:sym typeface="Avenir"/>
              </a:rPr>
              <a:t>These books, particularly those by Dr. Bruce Perry, provide the foundational science behind the Regulate, Relate, Reason framework.</a:t>
            </a:r>
            <a:endParaRPr sz="1000">
              <a:solidFill>
                <a:schemeClr val="dk1"/>
              </a:solidFill>
              <a:latin typeface="Avenir"/>
              <a:ea typeface="Avenir"/>
              <a:cs typeface="Avenir"/>
              <a:sym typeface="Avenir"/>
            </a:endParaRPr>
          </a:p>
          <a:p>
            <a:pPr indent="-292100" lvl="0" marL="457200" rtl="0" algn="l">
              <a:lnSpc>
                <a:spcPct val="100000"/>
              </a:lnSpc>
              <a:spcBef>
                <a:spcPts val="1200"/>
              </a:spcBef>
              <a:spcAft>
                <a:spcPts val="0"/>
              </a:spcAft>
              <a:buClr>
                <a:schemeClr val="dk1"/>
              </a:buClr>
              <a:buSzPts val="1000"/>
              <a:buFont typeface="Avenir"/>
              <a:buAutoNum type="arabicPeriod"/>
            </a:pPr>
            <a:r>
              <a:rPr b="1" lang="en-US" sz="1000">
                <a:solidFill>
                  <a:schemeClr val="dk1"/>
                </a:solidFill>
                <a:latin typeface="Avenir"/>
                <a:ea typeface="Avenir"/>
                <a:cs typeface="Avenir"/>
                <a:sym typeface="Avenir"/>
              </a:rPr>
              <a:t>"What Happened to You? Conversations on Trauma, Resilience, and Healing"</a:t>
            </a:r>
            <a:endParaRPr b="1" sz="1000">
              <a:solidFill>
                <a:schemeClr val="dk1"/>
              </a:solidFill>
              <a:latin typeface="Avenir"/>
              <a:ea typeface="Avenir"/>
              <a:cs typeface="Avenir"/>
              <a:sym typeface="Avenir"/>
            </a:endParaRPr>
          </a:p>
          <a:p>
            <a:pPr indent="-292100" lvl="1" marL="914400" rtl="0" algn="l">
              <a:lnSpc>
                <a:spcPct val="100000"/>
              </a:lnSpc>
              <a:spcBef>
                <a:spcPts val="0"/>
              </a:spcBef>
              <a:spcAft>
                <a:spcPts val="0"/>
              </a:spcAft>
              <a:buClr>
                <a:schemeClr val="dk1"/>
              </a:buClr>
              <a:buSzPts val="1000"/>
              <a:buChar char="○"/>
            </a:pPr>
            <a:r>
              <a:rPr b="1" lang="en-US" sz="1000">
                <a:solidFill>
                  <a:schemeClr val="dk1"/>
                </a:solidFill>
                <a:latin typeface="Avenir"/>
                <a:ea typeface="Avenir"/>
                <a:cs typeface="Avenir"/>
                <a:sym typeface="Avenir"/>
              </a:rPr>
              <a:t>Authors:</a:t>
            </a:r>
            <a:r>
              <a:rPr lang="en-US" sz="1000">
                <a:solidFill>
                  <a:schemeClr val="dk1"/>
                </a:solidFill>
                <a:latin typeface="Avenir"/>
                <a:ea typeface="Avenir"/>
                <a:cs typeface="Avenir"/>
                <a:sym typeface="Avenir"/>
              </a:rPr>
              <a:t> Dr. Bruce D. Perry and Oprah Winfrey</a:t>
            </a:r>
            <a:endParaRPr sz="1000">
              <a:solidFill>
                <a:schemeClr val="dk1"/>
              </a:solidFill>
              <a:latin typeface="Avenir"/>
              <a:ea typeface="Avenir"/>
              <a:cs typeface="Avenir"/>
              <a:sym typeface="Avenir"/>
            </a:endParaRPr>
          </a:p>
          <a:p>
            <a:pPr indent="-292100" lvl="1" marL="914400" rtl="0" algn="l">
              <a:lnSpc>
                <a:spcPct val="100000"/>
              </a:lnSpc>
              <a:spcBef>
                <a:spcPts val="0"/>
              </a:spcBef>
              <a:spcAft>
                <a:spcPts val="0"/>
              </a:spcAft>
              <a:buClr>
                <a:schemeClr val="dk1"/>
              </a:buClr>
              <a:buSzPts val="1000"/>
              <a:buChar char="○"/>
            </a:pPr>
            <a:r>
              <a:rPr b="1" lang="en-US" sz="1000">
                <a:solidFill>
                  <a:schemeClr val="dk1"/>
                </a:solidFill>
                <a:latin typeface="Avenir"/>
                <a:ea typeface="Avenir"/>
                <a:cs typeface="Avenir"/>
                <a:sym typeface="Avenir"/>
              </a:rPr>
              <a:t>Relevance:</a:t>
            </a:r>
            <a:r>
              <a:rPr lang="en-US" sz="1000">
                <a:solidFill>
                  <a:schemeClr val="dk1"/>
                </a:solidFill>
                <a:latin typeface="Avenir"/>
                <a:ea typeface="Avenir"/>
                <a:cs typeface="Avenir"/>
                <a:sym typeface="Avenir"/>
              </a:rPr>
              <a:t> An excellent, accessible introduction that uses conversational storytelling to explain complex neuroscience concepts, making the impact of trauma on development clear and immediate for all staff roles.</a:t>
            </a:r>
            <a:br>
              <a:rPr lang="en-US" sz="1000">
                <a:solidFill>
                  <a:schemeClr val="dk1"/>
                </a:solidFill>
                <a:latin typeface="Avenir"/>
                <a:ea typeface="Avenir"/>
                <a:cs typeface="Avenir"/>
                <a:sym typeface="Avenir"/>
              </a:rPr>
            </a:br>
            <a:endParaRPr sz="1000">
              <a:solidFill>
                <a:schemeClr val="dk1"/>
              </a:solidFill>
              <a:latin typeface="Avenir"/>
              <a:ea typeface="Avenir"/>
              <a:cs typeface="Avenir"/>
              <a:sym typeface="Avenir"/>
            </a:endParaRPr>
          </a:p>
          <a:p>
            <a:pPr indent="-292100" lvl="0" marL="457200" rtl="0" algn="l">
              <a:lnSpc>
                <a:spcPct val="100000"/>
              </a:lnSpc>
              <a:spcBef>
                <a:spcPts val="0"/>
              </a:spcBef>
              <a:spcAft>
                <a:spcPts val="0"/>
              </a:spcAft>
              <a:buClr>
                <a:schemeClr val="dk1"/>
              </a:buClr>
              <a:buSzPts val="1000"/>
              <a:buFont typeface="Avenir"/>
              <a:buAutoNum type="arabicPeriod"/>
            </a:pPr>
            <a:r>
              <a:rPr b="1" lang="en-US" sz="1000">
                <a:solidFill>
                  <a:schemeClr val="dk1"/>
                </a:solidFill>
                <a:latin typeface="Avenir"/>
                <a:ea typeface="Avenir"/>
                <a:cs typeface="Avenir"/>
                <a:sym typeface="Avenir"/>
              </a:rPr>
              <a:t>"The Boy Who Was Raised as a Dog: And Other Stories from a Child Psychiatrist's Notebook"</a:t>
            </a:r>
            <a:endParaRPr b="1" sz="1000">
              <a:solidFill>
                <a:schemeClr val="dk1"/>
              </a:solidFill>
              <a:latin typeface="Avenir"/>
              <a:ea typeface="Avenir"/>
              <a:cs typeface="Avenir"/>
              <a:sym typeface="Avenir"/>
            </a:endParaRPr>
          </a:p>
          <a:p>
            <a:pPr indent="-292100" lvl="1" marL="914400" rtl="0" algn="l">
              <a:lnSpc>
                <a:spcPct val="100000"/>
              </a:lnSpc>
              <a:spcBef>
                <a:spcPts val="0"/>
              </a:spcBef>
              <a:spcAft>
                <a:spcPts val="0"/>
              </a:spcAft>
              <a:buClr>
                <a:schemeClr val="dk1"/>
              </a:buClr>
              <a:buSzPts val="1000"/>
              <a:buChar char="○"/>
            </a:pPr>
            <a:r>
              <a:rPr b="1" lang="en-US" sz="1000">
                <a:solidFill>
                  <a:schemeClr val="dk1"/>
                </a:solidFill>
                <a:latin typeface="Avenir"/>
                <a:ea typeface="Avenir"/>
                <a:cs typeface="Avenir"/>
                <a:sym typeface="Avenir"/>
              </a:rPr>
              <a:t>Authors:</a:t>
            </a:r>
            <a:r>
              <a:rPr lang="en-US" sz="1000">
                <a:solidFill>
                  <a:schemeClr val="dk1"/>
                </a:solidFill>
                <a:latin typeface="Avenir"/>
                <a:ea typeface="Avenir"/>
                <a:cs typeface="Avenir"/>
                <a:sym typeface="Avenir"/>
              </a:rPr>
              <a:t> Dr. Bruce D. Perry and Maia Szalavitz</a:t>
            </a:r>
            <a:endParaRPr sz="1000">
              <a:solidFill>
                <a:schemeClr val="dk1"/>
              </a:solidFill>
              <a:latin typeface="Avenir"/>
              <a:ea typeface="Avenir"/>
              <a:cs typeface="Avenir"/>
              <a:sym typeface="Avenir"/>
            </a:endParaRPr>
          </a:p>
          <a:p>
            <a:pPr indent="-292100" lvl="1" marL="914400" rtl="0" algn="l">
              <a:lnSpc>
                <a:spcPct val="100000"/>
              </a:lnSpc>
              <a:spcBef>
                <a:spcPts val="0"/>
              </a:spcBef>
              <a:spcAft>
                <a:spcPts val="0"/>
              </a:spcAft>
              <a:buClr>
                <a:schemeClr val="dk1"/>
              </a:buClr>
              <a:buSzPts val="1000"/>
              <a:buChar char="○"/>
            </a:pPr>
            <a:r>
              <a:rPr b="1" lang="en-US" sz="1000">
                <a:solidFill>
                  <a:schemeClr val="dk1"/>
                </a:solidFill>
                <a:latin typeface="Avenir"/>
                <a:ea typeface="Avenir"/>
                <a:cs typeface="Avenir"/>
                <a:sym typeface="Avenir"/>
              </a:rPr>
              <a:t>Relevance:</a:t>
            </a:r>
            <a:r>
              <a:rPr lang="en-US" sz="1000">
                <a:solidFill>
                  <a:schemeClr val="dk1"/>
                </a:solidFill>
                <a:latin typeface="Avenir"/>
                <a:ea typeface="Avenir"/>
                <a:cs typeface="Avenir"/>
                <a:sym typeface="Avenir"/>
              </a:rPr>
              <a:t> A classic text detailing case studies that vividly illustrate how developmental trauma affects brain function, providing deep context for the NA and the need for rhythmic, relational interventions (Regulate/Relate) before academic work (Reason).</a:t>
            </a:r>
            <a:br>
              <a:rPr lang="en-US" sz="1000">
                <a:solidFill>
                  <a:schemeClr val="dk1"/>
                </a:solidFill>
                <a:latin typeface="Avenir"/>
                <a:ea typeface="Avenir"/>
                <a:cs typeface="Avenir"/>
                <a:sym typeface="Avenir"/>
              </a:rPr>
            </a:br>
            <a:endParaRPr sz="1000">
              <a:solidFill>
                <a:schemeClr val="dk1"/>
              </a:solidFill>
              <a:latin typeface="Avenir"/>
              <a:ea typeface="Avenir"/>
              <a:cs typeface="Avenir"/>
              <a:sym typeface="Avenir"/>
            </a:endParaRPr>
          </a:p>
          <a:p>
            <a:pPr indent="-292100" lvl="0" marL="457200" rtl="0" algn="l">
              <a:lnSpc>
                <a:spcPct val="100000"/>
              </a:lnSpc>
              <a:spcBef>
                <a:spcPts val="0"/>
              </a:spcBef>
              <a:spcAft>
                <a:spcPts val="0"/>
              </a:spcAft>
              <a:buClr>
                <a:schemeClr val="dk1"/>
              </a:buClr>
              <a:buSzPts val="1000"/>
              <a:buFont typeface="Avenir"/>
              <a:buAutoNum type="arabicPeriod"/>
            </a:pPr>
            <a:r>
              <a:rPr b="1" lang="en-US" sz="1000">
                <a:solidFill>
                  <a:schemeClr val="dk1"/>
                </a:solidFill>
                <a:latin typeface="Avenir"/>
                <a:ea typeface="Avenir"/>
                <a:cs typeface="Avenir"/>
                <a:sym typeface="Avenir"/>
              </a:rPr>
              <a:t>"Born For Love: Why Empathy Is Essential—and Endangered"</a:t>
            </a:r>
            <a:endParaRPr b="1" sz="1000">
              <a:solidFill>
                <a:schemeClr val="dk1"/>
              </a:solidFill>
              <a:latin typeface="Avenir"/>
              <a:ea typeface="Avenir"/>
              <a:cs typeface="Avenir"/>
              <a:sym typeface="Avenir"/>
            </a:endParaRPr>
          </a:p>
          <a:p>
            <a:pPr indent="-292100" lvl="1" marL="914400" rtl="0" algn="l">
              <a:lnSpc>
                <a:spcPct val="100000"/>
              </a:lnSpc>
              <a:spcBef>
                <a:spcPts val="0"/>
              </a:spcBef>
              <a:spcAft>
                <a:spcPts val="0"/>
              </a:spcAft>
              <a:buClr>
                <a:schemeClr val="dk1"/>
              </a:buClr>
              <a:buSzPts val="1000"/>
              <a:buChar char="○"/>
            </a:pPr>
            <a:r>
              <a:rPr b="1" lang="en-US" sz="1000">
                <a:solidFill>
                  <a:schemeClr val="dk1"/>
                </a:solidFill>
                <a:latin typeface="Avenir"/>
                <a:ea typeface="Avenir"/>
                <a:cs typeface="Avenir"/>
                <a:sym typeface="Avenir"/>
              </a:rPr>
              <a:t>Authors:</a:t>
            </a:r>
            <a:r>
              <a:rPr lang="en-US" sz="1000">
                <a:solidFill>
                  <a:schemeClr val="dk1"/>
                </a:solidFill>
                <a:latin typeface="Avenir"/>
                <a:ea typeface="Avenir"/>
                <a:cs typeface="Avenir"/>
                <a:sym typeface="Avenir"/>
              </a:rPr>
              <a:t> Dr. Bruce D. Perry and Maia Szalavitz</a:t>
            </a:r>
            <a:endParaRPr sz="1000">
              <a:solidFill>
                <a:schemeClr val="dk1"/>
              </a:solidFill>
              <a:latin typeface="Avenir"/>
              <a:ea typeface="Avenir"/>
              <a:cs typeface="Avenir"/>
              <a:sym typeface="Avenir"/>
            </a:endParaRPr>
          </a:p>
          <a:p>
            <a:pPr indent="-292100" lvl="1" marL="914400" rtl="0" algn="l">
              <a:lnSpc>
                <a:spcPct val="100000"/>
              </a:lnSpc>
              <a:spcBef>
                <a:spcPts val="0"/>
              </a:spcBef>
              <a:spcAft>
                <a:spcPts val="0"/>
              </a:spcAft>
              <a:buClr>
                <a:schemeClr val="dk1"/>
              </a:buClr>
              <a:buSzPts val="1000"/>
              <a:buChar char="○"/>
            </a:pPr>
            <a:r>
              <a:rPr b="1" lang="en-US" sz="1000">
                <a:solidFill>
                  <a:schemeClr val="dk1"/>
                </a:solidFill>
                <a:latin typeface="Avenir"/>
                <a:ea typeface="Avenir"/>
                <a:cs typeface="Avenir"/>
                <a:sym typeface="Avenir"/>
              </a:rPr>
              <a:t>Relevance:</a:t>
            </a:r>
            <a:r>
              <a:rPr lang="en-US" sz="1000">
                <a:solidFill>
                  <a:schemeClr val="dk1"/>
                </a:solidFill>
                <a:latin typeface="Avenir"/>
                <a:ea typeface="Avenir"/>
                <a:cs typeface="Avenir"/>
                <a:sym typeface="Avenir"/>
              </a:rPr>
              <a:t> Focuses on the "Relate" stage, emphasizing the biological imperative for connection and how positive, predictable interactions (Relational Density Goal in the APPLY phase) literally change brain chemistry.</a:t>
            </a:r>
            <a:endParaRPr sz="1000">
              <a:solidFill>
                <a:schemeClr val="dk1"/>
              </a:solidFill>
              <a:latin typeface="Avenir"/>
              <a:ea typeface="Avenir"/>
              <a:cs typeface="Avenir"/>
              <a:sym typeface="Aveni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3"/>
          <p:cNvSpPr txBox="1"/>
          <p:nvPr>
            <p:ph idx="2" type="title"/>
          </p:nvPr>
        </p:nvSpPr>
        <p:spPr>
          <a:xfrm>
            <a:off x="72575" y="1059575"/>
            <a:ext cx="9000300" cy="95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Further Reading</a:t>
            </a:r>
            <a:endParaRPr/>
          </a:p>
        </p:txBody>
      </p:sp>
      <p:sp>
        <p:nvSpPr>
          <p:cNvPr id="414" name="Google Shape;414;p53"/>
          <p:cNvSpPr txBox="1"/>
          <p:nvPr>
            <p:ph type="title"/>
          </p:nvPr>
        </p:nvSpPr>
        <p:spPr>
          <a:xfrm>
            <a:off x="4610425" y="45350"/>
            <a:ext cx="4474500" cy="883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ISAP Student Learning</a:t>
            </a:r>
            <a:endParaRPr/>
          </a:p>
        </p:txBody>
      </p:sp>
      <p:sp>
        <p:nvSpPr>
          <p:cNvPr id="415" name="Google Shape;415;p53"/>
          <p:cNvSpPr txBox="1"/>
          <p:nvPr/>
        </p:nvSpPr>
        <p:spPr>
          <a:xfrm>
            <a:off x="229025" y="1843100"/>
            <a:ext cx="8687400" cy="3099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800"/>
              </a:spcBef>
              <a:spcAft>
                <a:spcPts val="0"/>
              </a:spcAft>
              <a:buNone/>
            </a:pPr>
            <a:r>
              <a:rPr b="1" lang="en-US" sz="1600">
                <a:solidFill>
                  <a:schemeClr val="dk1"/>
                </a:solidFill>
                <a:latin typeface="Avenir"/>
                <a:ea typeface="Avenir"/>
                <a:cs typeface="Avenir"/>
                <a:sym typeface="Avenir"/>
              </a:rPr>
              <a:t>Practical and Whole-School Trauma-Informed Practice</a:t>
            </a:r>
            <a:endParaRPr b="1" sz="1600">
              <a:solidFill>
                <a:schemeClr val="dk1"/>
              </a:solidFill>
              <a:latin typeface="Avenir"/>
              <a:ea typeface="Avenir"/>
              <a:cs typeface="Avenir"/>
              <a:sym typeface="Avenir"/>
            </a:endParaRPr>
          </a:p>
          <a:p>
            <a:pPr indent="0" lvl="0" marL="0" rtl="0" algn="l">
              <a:lnSpc>
                <a:spcPct val="100000"/>
              </a:lnSpc>
              <a:spcBef>
                <a:spcPts val="400"/>
              </a:spcBef>
              <a:spcAft>
                <a:spcPts val="0"/>
              </a:spcAft>
              <a:buNone/>
            </a:pPr>
            <a:r>
              <a:rPr lang="en-US" sz="1000">
                <a:solidFill>
                  <a:schemeClr val="dk1"/>
                </a:solidFill>
                <a:latin typeface="Avenir"/>
                <a:ea typeface="Avenir"/>
                <a:cs typeface="Avenir"/>
                <a:sym typeface="Avenir"/>
              </a:rPr>
              <a:t>These resources help leaders and practitioners translate the neurobiology into actionable policy and classroom strategies.</a:t>
            </a:r>
            <a:endParaRPr sz="1000">
              <a:solidFill>
                <a:schemeClr val="dk1"/>
              </a:solidFill>
              <a:latin typeface="Avenir"/>
              <a:ea typeface="Avenir"/>
              <a:cs typeface="Avenir"/>
              <a:sym typeface="Avenir"/>
            </a:endParaRPr>
          </a:p>
          <a:p>
            <a:pPr indent="-292100" lvl="0" marL="457200" rtl="0" algn="l">
              <a:lnSpc>
                <a:spcPct val="100000"/>
              </a:lnSpc>
              <a:spcBef>
                <a:spcPts val="1200"/>
              </a:spcBef>
              <a:spcAft>
                <a:spcPts val="0"/>
              </a:spcAft>
              <a:buClr>
                <a:schemeClr val="dk1"/>
              </a:buClr>
              <a:buSzPts val="1000"/>
              <a:buFont typeface="Avenir"/>
              <a:buAutoNum type="arabicPeriod"/>
            </a:pPr>
            <a:r>
              <a:rPr b="1" lang="en-US" sz="1000">
                <a:solidFill>
                  <a:schemeClr val="dk1"/>
                </a:solidFill>
                <a:latin typeface="Avenir"/>
                <a:ea typeface="Avenir"/>
                <a:cs typeface="Avenir"/>
                <a:sym typeface="Avenir"/>
              </a:rPr>
              <a:t>"The Body Keeps the Score: Brain, Mind, and Body in the Healing of Trauma</a:t>
            </a:r>
            <a:r>
              <a:rPr b="1" lang="en-US" sz="1000">
                <a:solidFill>
                  <a:schemeClr val="dk1"/>
                </a:solidFill>
                <a:latin typeface="Avenir"/>
                <a:ea typeface="Avenir"/>
                <a:cs typeface="Avenir"/>
                <a:sym typeface="Avenir"/>
              </a:rPr>
              <a:t>"</a:t>
            </a:r>
            <a:endParaRPr b="1" sz="1000">
              <a:solidFill>
                <a:schemeClr val="dk1"/>
              </a:solidFill>
              <a:latin typeface="Avenir"/>
              <a:ea typeface="Avenir"/>
              <a:cs typeface="Avenir"/>
              <a:sym typeface="Avenir"/>
            </a:endParaRPr>
          </a:p>
          <a:p>
            <a:pPr indent="-292100" lvl="1" marL="914400" rtl="0" algn="l">
              <a:lnSpc>
                <a:spcPct val="100000"/>
              </a:lnSpc>
              <a:spcBef>
                <a:spcPts val="0"/>
              </a:spcBef>
              <a:spcAft>
                <a:spcPts val="0"/>
              </a:spcAft>
              <a:buClr>
                <a:schemeClr val="dk1"/>
              </a:buClr>
              <a:buSzPts val="1000"/>
              <a:buChar char="○"/>
            </a:pPr>
            <a:r>
              <a:rPr b="1" lang="en-US" sz="1000">
                <a:solidFill>
                  <a:schemeClr val="dk1"/>
                </a:solidFill>
                <a:latin typeface="Avenir"/>
                <a:ea typeface="Avenir"/>
                <a:cs typeface="Avenir"/>
                <a:sym typeface="Avenir"/>
              </a:rPr>
              <a:t>Author:</a:t>
            </a:r>
            <a:r>
              <a:rPr lang="en-US" sz="1000">
                <a:solidFill>
                  <a:schemeClr val="dk1"/>
                </a:solidFill>
                <a:latin typeface="Avenir"/>
                <a:ea typeface="Avenir"/>
                <a:cs typeface="Avenir"/>
                <a:sym typeface="Avenir"/>
              </a:rPr>
              <a:t> Bessel van der Kolk</a:t>
            </a:r>
            <a:endParaRPr sz="1000">
              <a:solidFill>
                <a:schemeClr val="dk1"/>
              </a:solidFill>
              <a:latin typeface="Avenir"/>
              <a:ea typeface="Avenir"/>
              <a:cs typeface="Avenir"/>
              <a:sym typeface="Avenir"/>
            </a:endParaRPr>
          </a:p>
          <a:p>
            <a:pPr indent="-292100" lvl="1" marL="914400" rtl="0" algn="l">
              <a:lnSpc>
                <a:spcPct val="100000"/>
              </a:lnSpc>
              <a:spcBef>
                <a:spcPts val="0"/>
              </a:spcBef>
              <a:spcAft>
                <a:spcPts val="0"/>
              </a:spcAft>
              <a:buClr>
                <a:schemeClr val="dk1"/>
              </a:buClr>
              <a:buSzPts val="1000"/>
              <a:buChar char="○"/>
            </a:pPr>
            <a:r>
              <a:rPr b="1" lang="en-US" sz="1000">
                <a:solidFill>
                  <a:schemeClr val="dk1"/>
                </a:solidFill>
                <a:latin typeface="Avenir"/>
                <a:ea typeface="Avenir"/>
                <a:cs typeface="Avenir"/>
                <a:sym typeface="Avenir"/>
              </a:rPr>
              <a:t>Relevance:</a:t>
            </a:r>
            <a:r>
              <a:rPr lang="en-US" sz="1000">
                <a:solidFill>
                  <a:schemeClr val="dk1"/>
                </a:solidFill>
                <a:latin typeface="Avenir"/>
                <a:ea typeface="Avenir"/>
                <a:cs typeface="Avenir"/>
                <a:sym typeface="Avenir"/>
              </a:rPr>
              <a:t> A key text in trauma research that reinforces the session's emphasis on the </a:t>
            </a:r>
            <a:r>
              <a:rPr b="1" lang="en-US" sz="1000">
                <a:solidFill>
                  <a:schemeClr val="dk1"/>
                </a:solidFill>
                <a:latin typeface="Avenir"/>
                <a:ea typeface="Avenir"/>
                <a:cs typeface="Avenir"/>
                <a:sym typeface="Avenir"/>
              </a:rPr>
              <a:t>Biology</a:t>
            </a:r>
            <a:r>
              <a:rPr lang="en-US" sz="1000">
                <a:solidFill>
                  <a:schemeClr val="dk1"/>
                </a:solidFill>
                <a:latin typeface="Avenir"/>
                <a:ea typeface="Avenir"/>
                <a:cs typeface="Avenir"/>
                <a:sym typeface="Avenir"/>
              </a:rPr>
              <a:t> of trauma. It explains why purely cognitive interventions often fail and why somatic (body-based) and rhythmic activities (co-regulation techniques) are crucial for healing and regulation.</a:t>
            </a:r>
            <a:endParaRPr sz="1000">
              <a:solidFill>
                <a:schemeClr val="dk1"/>
              </a:solidFill>
              <a:latin typeface="Avenir"/>
              <a:ea typeface="Avenir"/>
              <a:cs typeface="Avenir"/>
              <a:sym typeface="Avenir"/>
            </a:endParaRPr>
          </a:p>
          <a:p>
            <a:pPr indent="-292100" lvl="0" marL="457200" rtl="0" algn="l">
              <a:lnSpc>
                <a:spcPct val="100000"/>
              </a:lnSpc>
              <a:spcBef>
                <a:spcPts val="0"/>
              </a:spcBef>
              <a:spcAft>
                <a:spcPts val="0"/>
              </a:spcAft>
              <a:buClr>
                <a:schemeClr val="dk1"/>
              </a:buClr>
              <a:buSzPts val="1000"/>
              <a:buFont typeface="Avenir"/>
              <a:buAutoNum type="arabicPeriod"/>
            </a:pPr>
            <a:r>
              <a:rPr b="1" lang="en-US" sz="1000">
                <a:solidFill>
                  <a:schemeClr val="dk1"/>
                </a:solidFill>
                <a:latin typeface="Avenir"/>
                <a:ea typeface="Avenir"/>
                <a:cs typeface="Avenir"/>
                <a:sym typeface="Avenir"/>
              </a:rPr>
              <a:t>"The Explosive Child: A New Approach for Understanding and Parenting Easily Frustrated, Chronically Inflexible Children</a:t>
            </a:r>
            <a:r>
              <a:rPr b="1" lang="en-US" sz="1000">
                <a:solidFill>
                  <a:schemeClr val="dk1"/>
                </a:solidFill>
                <a:latin typeface="Avenir"/>
                <a:ea typeface="Avenir"/>
                <a:cs typeface="Avenir"/>
                <a:sym typeface="Avenir"/>
              </a:rPr>
              <a:t>"</a:t>
            </a:r>
            <a:endParaRPr b="1" sz="1000">
              <a:solidFill>
                <a:schemeClr val="dk1"/>
              </a:solidFill>
              <a:latin typeface="Avenir"/>
              <a:ea typeface="Avenir"/>
              <a:cs typeface="Avenir"/>
              <a:sym typeface="Avenir"/>
            </a:endParaRPr>
          </a:p>
          <a:p>
            <a:pPr indent="-292100" lvl="1" marL="914400" rtl="0" algn="l">
              <a:lnSpc>
                <a:spcPct val="100000"/>
              </a:lnSpc>
              <a:spcBef>
                <a:spcPts val="0"/>
              </a:spcBef>
              <a:spcAft>
                <a:spcPts val="0"/>
              </a:spcAft>
              <a:buClr>
                <a:schemeClr val="dk1"/>
              </a:buClr>
              <a:buSzPts val="1000"/>
              <a:buChar char="○"/>
            </a:pPr>
            <a:r>
              <a:rPr b="1" lang="en-US" sz="1000">
                <a:solidFill>
                  <a:schemeClr val="dk1"/>
                </a:solidFill>
                <a:latin typeface="Avenir"/>
                <a:ea typeface="Avenir"/>
                <a:cs typeface="Avenir"/>
                <a:sym typeface="Avenir"/>
              </a:rPr>
              <a:t>Author:</a:t>
            </a:r>
            <a:r>
              <a:rPr lang="en-US" sz="1000">
                <a:solidFill>
                  <a:schemeClr val="dk1"/>
                </a:solidFill>
                <a:latin typeface="Avenir"/>
                <a:ea typeface="Avenir"/>
                <a:cs typeface="Avenir"/>
                <a:sym typeface="Avenir"/>
              </a:rPr>
              <a:t> Ross W. Greene</a:t>
            </a:r>
            <a:endParaRPr sz="1000">
              <a:solidFill>
                <a:schemeClr val="dk1"/>
              </a:solidFill>
              <a:latin typeface="Avenir"/>
              <a:ea typeface="Avenir"/>
              <a:cs typeface="Avenir"/>
              <a:sym typeface="Avenir"/>
            </a:endParaRPr>
          </a:p>
          <a:p>
            <a:pPr indent="-292100" lvl="1" marL="914400" rtl="0" algn="l">
              <a:lnSpc>
                <a:spcPct val="100000"/>
              </a:lnSpc>
              <a:spcBef>
                <a:spcPts val="0"/>
              </a:spcBef>
              <a:spcAft>
                <a:spcPts val="0"/>
              </a:spcAft>
              <a:buClr>
                <a:schemeClr val="dk1"/>
              </a:buClr>
              <a:buSzPts val="1000"/>
              <a:buChar char="○"/>
            </a:pPr>
            <a:r>
              <a:rPr b="1" lang="en-US" sz="1000">
                <a:solidFill>
                  <a:schemeClr val="dk1"/>
                </a:solidFill>
                <a:latin typeface="Avenir"/>
                <a:ea typeface="Avenir"/>
                <a:cs typeface="Avenir"/>
                <a:sym typeface="Avenir"/>
              </a:rPr>
              <a:t>Relevance:</a:t>
            </a:r>
            <a:r>
              <a:rPr lang="en-US" sz="1000">
                <a:solidFill>
                  <a:schemeClr val="dk1"/>
                </a:solidFill>
                <a:latin typeface="Avenir"/>
                <a:ea typeface="Avenir"/>
                <a:cs typeface="Avenir"/>
                <a:sym typeface="Avenir"/>
              </a:rPr>
              <a:t> While not explicitly NA, this offers a powerful framework for the "Reason" stage through </a:t>
            </a:r>
            <a:r>
              <a:rPr b="1" lang="en-US" sz="1000">
                <a:solidFill>
                  <a:schemeClr val="dk1"/>
                </a:solidFill>
                <a:latin typeface="Avenir"/>
                <a:ea typeface="Avenir"/>
                <a:cs typeface="Avenir"/>
                <a:sym typeface="Avenir"/>
              </a:rPr>
              <a:t>Collaborative &amp; Proactive Solutions (CPS)</a:t>
            </a:r>
            <a:r>
              <a:rPr lang="en-US" sz="1000">
                <a:solidFill>
                  <a:schemeClr val="dk1"/>
                </a:solidFill>
                <a:latin typeface="Avenir"/>
                <a:ea typeface="Avenir"/>
                <a:cs typeface="Avenir"/>
                <a:sym typeface="Avenir"/>
              </a:rPr>
              <a:t>. It challenges the "skill/will" debate, aligning perfectly with the shift from "What's wrong with you?" to "What happened to you?"</a:t>
            </a:r>
            <a:endParaRPr sz="1000">
              <a:solidFill>
                <a:schemeClr val="dk1"/>
              </a:solidFill>
              <a:latin typeface="Avenir"/>
              <a:ea typeface="Avenir"/>
              <a:cs typeface="Avenir"/>
              <a:sym typeface="Avenir"/>
            </a:endParaRPr>
          </a:p>
          <a:p>
            <a:pPr indent="-292100" lvl="0" marL="457200" rtl="0" algn="l">
              <a:lnSpc>
                <a:spcPct val="100000"/>
              </a:lnSpc>
              <a:spcBef>
                <a:spcPts val="0"/>
              </a:spcBef>
              <a:spcAft>
                <a:spcPts val="0"/>
              </a:spcAft>
              <a:buClr>
                <a:schemeClr val="dk1"/>
              </a:buClr>
              <a:buSzPts val="1000"/>
              <a:buFont typeface="Avenir"/>
              <a:buAutoNum type="arabicPeriod"/>
            </a:pPr>
            <a:r>
              <a:rPr b="1" lang="en-US" sz="1000">
                <a:solidFill>
                  <a:schemeClr val="dk1"/>
                </a:solidFill>
                <a:latin typeface="Avenir"/>
                <a:ea typeface="Avenir"/>
                <a:cs typeface="Avenir"/>
                <a:sym typeface="Avenir"/>
              </a:rPr>
              <a:t>"The Neurosequential Model in Education (NME)"</a:t>
            </a:r>
            <a:endParaRPr b="1" sz="1000">
              <a:solidFill>
                <a:schemeClr val="dk1"/>
              </a:solidFill>
              <a:latin typeface="Avenir"/>
              <a:ea typeface="Avenir"/>
              <a:cs typeface="Avenir"/>
              <a:sym typeface="Avenir"/>
            </a:endParaRPr>
          </a:p>
          <a:p>
            <a:pPr indent="-292100" lvl="1" marL="914400" rtl="0" algn="l">
              <a:lnSpc>
                <a:spcPct val="100000"/>
              </a:lnSpc>
              <a:spcBef>
                <a:spcPts val="0"/>
              </a:spcBef>
              <a:spcAft>
                <a:spcPts val="0"/>
              </a:spcAft>
              <a:buClr>
                <a:schemeClr val="dk1"/>
              </a:buClr>
              <a:buSzPts val="1000"/>
              <a:buChar char="○"/>
            </a:pPr>
            <a:r>
              <a:rPr b="1" lang="en-US" sz="1000">
                <a:solidFill>
                  <a:schemeClr val="dk1"/>
                </a:solidFill>
                <a:latin typeface="Avenir"/>
                <a:ea typeface="Avenir"/>
                <a:cs typeface="Avenir"/>
                <a:sym typeface="Avenir"/>
              </a:rPr>
              <a:t>Resources:</a:t>
            </a:r>
            <a:r>
              <a:rPr lang="en-US" sz="1000">
                <a:solidFill>
                  <a:schemeClr val="dk1"/>
                </a:solidFill>
                <a:latin typeface="Avenir"/>
                <a:ea typeface="Avenir"/>
                <a:cs typeface="Avenir"/>
                <a:sym typeface="Avenir"/>
              </a:rPr>
              <a:t> Look for online articles, toolkits, and short video lectures available from the Child Trauma Academy or NME-affiliated organisations.</a:t>
            </a:r>
            <a:endParaRPr sz="1000">
              <a:solidFill>
                <a:schemeClr val="dk1"/>
              </a:solidFill>
              <a:latin typeface="Avenir"/>
              <a:ea typeface="Avenir"/>
              <a:cs typeface="Avenir"/>
              <a:sym typeface="Avenir"/>
            </a:endParaRPr>
          </a:p>
          <a:p>
            <a:pPr indent="-292100" lvl="1" marL="914400" rtl="0" algn="l">
              <a:lnSpc>
                <a:spcPct val="100000"/>
              </a:lnSpc>
              <a:spcBef>
                <a:spcPts val="0"/>
              </a:spcBef>
              <a:spcAft>
                <a:spcPts val="0"/>
              </a:spcAft>
              <a:buClr>
                <a:schemeClr val="dk1"/>
              </a:buClr>
              <a:buSzPts val="1000"/>
              <a:buChar char="○"/>
            </a:pPr>
            <a:r>
              <a:rPr b="1" lang="en-US" sz="1000">
                <a:solidFill>
                  <a:schemeClr val="dk1"/>
                </a:solidFill>
                <a:latin typeface="Avenir"/>
                <a:ea typeface="Avenir"/>
                <a:cs typeface="Avenir"/>
                <a:sym typeface="Avenir"/>
              </a:rPr>
              <a:t>Relevance:</a:t>
            </a:r>
            <a:r>
              <a:rPr lang="en-US" sz="1000">
                <a:solidFill>
                  <a:schemeClr val="dk1"/>
                </a:solidFill>
                <a:latin typeface="Avenir"/>
                <a:ea typeface="Avenir"/>
                <a:cs typeface="Avenir"/>
                <a:sym typeface="Avenir"/>
              </a:rPr>
              <a:t> These resources specifically target the educational environment, offering practical checklists and guidance on adapting curriculum delivery, assessment, and classroom environment based on the student's developmental brain state.</a:t>
            </a:r>
            <a:endParaRPr sz="1000">
              <a:solidFill>
                <a:schemeClr val="dk1"/>
              </a:solidFill>
              <a:latin typeface="Avenir"/>
              <a:ea typeface="Avenir"/>
              <a:cs typeface="Avenir"/>
              <a:sym typeface="Aveni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4"/>
          <p:cNvSpPr txBox="1"/>
          <p:nvPr>
            <p:ph idx="2" type="title"/>
          </p:nvPr>
        </p:nvSpPr>
        <p:spPr>
          <a:xfrm>
            <a:off x="72575" y="1059575"/>
            <a:ext cx="9000300" cy="957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US"/>
              <a:t>Digital Resources &amp; Short Videos</a:t>
            </a:r>
            <a:endParaRPr/>
          </a:p>
        </p:txBody>
      </p:sp>
      <p:sp>
        <p:nvSpPr>
          <p:cNvPr id="422" name="Google Shape;422;p54"/>
          <p:cNvSpPr txBox="1"/>
          <p:nvPr>
            <p:ph type="title"/>
          </p:nvPr>
        </p:nvSpPr>
        <p:spPr>
          <a:xfrm>
            <a:off x="4610425" y="45350"/>
            <a:ext cx="4474500" cy="883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US"/>
              <a:t>ISAP Student Learning</a:t>
            </a:r>
            <a:endParaRPr/>
          </a:p>
        </p:txBody>
      </p:sp>
      <p:sp>
        <p:nvSpPr>
          <p:cNvPr id="423" name="Google Shape;423;p54"/>
          <p:cNvSpPr txBox="1"/>
          <p:nvPr/>
        </p:nvSpPr>
        <p:spPr>
          <a:xfrm>
            <a:off x="229025" y="2016575"/>
            <a:ext cx="8687400" cy="200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600">
                <a:solidFill>
                  <a:schemeClr val="dk1"/>
                </a:solidFill>
                <a:latin typeface="Avenir"/>
                <a:ea typeface="Avenir"/>
                <a:cs typeface="Avenir"/>
                <a:sym typeface="Avenir"/>
              </a:rPr>
              <a:t>These are perfect for bite-sized exploration during departmental meetings or individual reflection.</a:t>
            </a:r>
            <a:endParaRPr sz="1600">
              <a:solidFill>
                <a:schemeClr val="dk1"/>
              </a:solidFill>
              <a:latin typeface="Avenir"/>
              <a:ea typeface="Avenir"/>
              <a:cs typeface="Avenir"/>
              <a:sym typeface="Avenir"/>
            </a:endParaRPr>
          </a:p>
          <a:p>
            <a:pPr indent="-330200" lvl="0" marL="457200" rtl="0" algn="l">
              <a:lnSpc>
                <a:spcPct val="115000"/>
              </a:lnSpc>
              <a:spcBef>
                <a:spcPts val="1200"/>
              </a:spcBef>
              <a:spcAft>
                <a:spcPts val="0"/>
              </a:spcAft>
              <a:buClr>
                <a:schemeClr val="dk1"/>
              </a:buClr>
              <a:buSzPts val="1600"/>
              <a:buChar char="●"/>
            </a:pPr>
            <a:r>
              <a:rPr b="1" lang="en-US" sz="1600" u="sng">
                <a:solidFill>
                  <a:schemeClr val="hlink"/>
                </a:solidFill>
                <a:latin typeface="Avenir"/>
                <a:ea typeface="Avenir"/>
                <a:cs typeface="Avenir"/>
                <a:sym typeface="Avenir"/>
                <a:hlinkClick r:id="rId3"/>
              </a:rPr>
              <a:t>TED Talk:</a:t>
            </a:r>
            <a:r>
              <a:rPr lang="en-US" sz="1600" u="sng">
                <a:solidFill>
                  <a:schemeClr val="hlink"/>
                </a:solidFill>
                <a:latin typeface="Avenir"/>
                <a:ea typeface="Avenir"/>
                <a:cs typeface="Avenir"/>
                <a:sym typeface="Avenir"/>
                <a:hlinkClick r:id="rId4"/>
              </a:rPr>
              <a:t> Dr. Nadine Burke Harris, </a:t>
            </a:r>
            <a:r>
              <a:rPr b="1" lang="en-US" sz="1600" u="sng">
                <a:solidFill>
                  <a:schemeClr val="hlink"/>
                </a:solidFill>
                <a:latin typeface="Avenir"/>
                <a:ea typeface="Avenir"/>
                <a:cs typeface="Avenir"/>
                <a:sym typeface="Avenir"/>
                <a:hlinkClick r:id="rId5"/>
              </a:rPr>
              <a:t>"How childhood trauma affects health across the lifetime"</a:t>
            </a:r>
            <a:r>
              <a:rPr lang="en-US" sz="1600" u="sng">
                <a:solidFill>
                  <a:schemeClr val="hlink"/>
                </a:solidFill>
                <a:latin typeface="Avenir"/>
                <a:ea typeface="Avenir"/>
                <a:cs typeface="Avenir"/>
                <a:sym typeface="Avenir"/>
                <a:hlinkClick r:id="rId6"/>
              </a:rPr>
              <a:t>.</a:t>
            </a:r>
            <a:br>
              <a:rPr lang="en-US" sz="1600">
                <a:solidFill>
                  <a:schemeClr val="dk1"/>
                </a:solidFill>
                <a:latin typeface="Avenir"/>
                <a:ea typeface="Avenir"/>
                <a:cs typeface="Avenir"/>
                <a:sym typeface="Avenir"/>
              </a:rPr>
            </a:br>
            <a:endParaRPr sz="1600">
              <a:solidFill>
                <a:schemeClr val="dk1"/>
              </a:solidFill>
              <a:latin typeface="Avenir"/>
              <a:ea typeface="Avenir"/>
              <a:cs typeface="Avenir"/>
              <a:sym typeface="Avenir"/>
            </a:endParaRPr>
          </a:p>
          <a:p>
            <a:pPr indent="-330200" lvl="0" marL="457200" rtl="0" algn="l">
              <a:lnSpc>
                <a:spcPct val="115000"/>
              </a:lnSpc>
              <a:spcBef>
                <a:spcPts val="0"/>
              </a:spcBef>
              <a:spcAft>
                <a:spcPts val="0"/>
              </a:spcAft>
              <a:buClr>
                <a:schemeClr val="dk1"/>
              </a:buClr>
              <a:buSzPts val="1600"/>
              <a:buChar char="●"/>
            </a:pPr>
            <a:r>
              <a:rPr b="1" lang="en-US" sz="1600" u="sng">
                <a:solidFill>
                  <a:schemeClr val="hlink"/>
                </a:solidFill>
                <a:latin typeface="Avenir"/>
                <a:ea typeface="Avenir"/>
                <a:cs typeface="Avenir"/>
                <a:sym typeface="Avenir"/>
                <a:hlinkClick r:id="rId7"/>
              </a:rPr>
              <a:t>Dr. Bruce Perry’s Neurosequential Model: Regulate, Relate, Reason</a:t>
            </a:r>
            <a:r>
              <a:rPr b="1" lang="en-US" sz="1600">
                <a:solidFill>
                  <a:schemeClr val="dk1"/>
                </a:solidFill>
                <a:latin typeface="Avenir"/>
                <a:ea typeface="Avenir"/>
                <a:cs typeface="Avenir"/>
                <a:sym typeface="Avenir"/>
              </a:rPr>
              <a:t> </a:t>
            </a:r>
            <a:endParaRPr b="1" sz="2100">
              <a:solidFill>
                <a:schemeClr val="dk1"/>
              </a:solidFill>
              <a:latin typeface="Avenir"/>
              <a:ea typeface="Avenir"/>
              <a:cs typeface="Avenir"/>
              <a:sym typeface="Aveni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5"/>
          <p:cNvSpPr txBox="1"/>
          <p:nvPr>
            <p:ph type="title"/>
          </p:nvPr>
        </p:nvSpPr>
        <p:spPr>
          <a:xfrm>
            <a:off x="0" y="2991300"/>
            <a:ext cx="9144000" cy="215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US" sz="5000"/>
              <a:t>The Psychology &amp; Biology of ISAP Student Learning</a:t>
            </a:r>
            <a:endParaRPr sz="5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mmon INSET Day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